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86" r:id="rId4"/>
    <p:sldId id="259" r:id="rId5"/>
    <p:sldId id="260" r:id="rId6"/>
    <p:sldId id="261" r:id="rId7"/>
    <p:sldId id="263" r:id="rId8"/>
    <p:sldId id="262" r:id="rId9"/>
    <p:sldId id="264" r:id="rId10"/>
    <p:sldId id="266" r:id="rId11"/>
    <p:sldId id="267" r:id="rId12"/>
    <p:sldId id="269" r:id="rId13"/>
    <p:sldId id="273" r:id="rId14"/>
    <p:sldId id="274" r:id="rId15"/>
    <p:sldId id="276" r:id="rId16"/>
    <p:sldId id="278" r:id="rId17"/>
    <p:sldId id="279" r:id="rId18"/>
    <p:sldId id="280" r:id="rId19"/>
    <p:sldId id="281" r:id="rId20"/>
    <p:sldId id="277" r:id="rId21"/>
    <p:sldId id="282" r:id="rId22"/>
    <p:sldId id="283" r:id="rId23"/>
    <p:sldId id="284" r:id="rId24"/>
    <p:sldId id="28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5F9391-37AA-4641-834A-801AA9BFEF45}" v="53" dt="2025-10-28T12:24:08.1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pada Jain" userId="737782f5769f07ca" providerId="LiveId" clId="{638AAE7F-7A4E-4F13-B2E9-C7F4641CD512}"/>
    <pc:docChg chg="undo custSel addSld delSld modSld sldOrd">
      <pc:chgData name="Sripada Jain" userId="737782f5769f07ca" providerId="LiveId" clId="{638AAE7F-7A4E-4F13-B2E9-C7F4641CD512}" dt="2025-11-08T12:50:54.416" v="1125" actId="1076"/>
      <pc:docMkLst>
        <pc:docMk/>
      </pc:docMkLst>
      <pc:sldChg chg="addSp modSp mod">
        <pc:chgData name="Sripada Jain" userId="737782f5769f07ca" providerId="LiveId" clId="{638AAE7F-7A4E-4F13-B2E9-C7F4641CD512}" dt="2025-10-28T12:13:09.939" v="1067" actId="20577"/>
        <pc:sldMkLst>
          <pc:docMk/>
          <pc:sldMk cId="1790185939" sldId="256"/>
        </pc:sldMkLst>
        <pc:spChg chg="mod">
          <ac:chgData name="Sripada Jain" userId="737782f5769f07ca" providerId="LiveId" clId="{638AAE7F-7A4E-4F13-B2E9-C7F4641CD512}" dt="2025-10-28T12:11:56.119" v="1045" actId="27636"/>
          <ac:spMkLst>
            <pc:docMk/>
            <pc:sldMk cId="1790185939" sldId="256"/>
            <ac:spMk id="2" creationId="{E5F1B2A7-1BEA-47B3-0988-20A8F8B473B0}"/>
          </ac:spMkLst>
        </pc:spChg>
        <pc:spChg chg="mod">
          <ac:chgData name="Sripada Jain" userId="737782f5769f07ca" providerId="LiveId" clId="{638AAE7F-7A4E-4F13-B2E9-C7F4641CD512}" dt="2025-10-28T12:13:09.939" v="1067" actId="20577"/>
          <ac:spMkLst>
            <pc:docMk/>
            <pc:sldMk cId="1790185939" sldId="256"/>
            <ac:spMk id="3" creationId="{D36A5789-2ED9-A256-D960-1D836BC1121F}"/>
          </ac:spMkLst>
        </pc:spChg>
        <pc:picChg chg="add mod">
          <ac:chgData name="Sripada Jain" userId="737782f5769f07ca" providerId="LiveId" clId="{638AAE7F-7A4E-4F13-B2E9-C7F4641CD512}" dt="2025-10-28T11:45:29.985" v="580" actId="14100"/>
          <ac:picMkLst>
            <pc:docMk/>
            <pc:sldMk cId="1790185939" sldId="256"/>
            <ac:picMk id="5" creationId="{58C01AE7-742D-6B5D-907E-1D5F7E692436}"/>
          </ac:picMkLst>
        </pc:picChg>
      </pc:sldChg>
      <pc:sldChg chg="modSp mod">
        <pc:chgData name="Sripada Jain" userId="737782f5769f07ca" providerId="LiveId" clId="{638AAE7F-7A4E-4F13-B2E9-C7F4641CD512}" dt="2025-11-08T12:50:54.416" v="1125" actId="1076"/>
        <pc:sldMkLst>
          <pc:docMk/>
          <pc:sldMk cId="337355585" sldId="258"/>
        </pc:sldMkLst>
        <pc:picChg chg="mod">
          <ac:chgData name="Sripada Jain" userId="737782f5769f07ca" providerId="LiveId" clId="{638AAE7F-7A4E-4F13-B2E9-C7F4641CD512}" dt="2025-11-08T12:50:54.416" v="1125" actId="1076"/>
          <ac:picMkLst>
            <pc:docMk/>
            <pc:sldMk cId="337355585" sldId="258"/>
            <ac:picMk id="2" creationId="{4623D80C-922B-9FA1-EF96-BCD889408B91}"/>
          </ac:picMkLst>
        </pc:picChg>
      </pc:sldChg>
      <pc:sldChg chg="addSp modSp mod">
        <pc:chgData name="Sripada Jain" userId="737782f5769f07ca" providerId="LiveId" clId="{638AAE7F-7A4E-4F13-B2E9-C7F4641CD512}" dt="2025-10-28T12:19:58.531" v="1076" actId="1076"/>
        <pc:sldMkLst>
          <pc:docMk/>
          <pc:sldMk cId="2597787482" sldId="259"/>
        </pc:sldMkLst>
        <pc:spChg chg="mod">
          <ac:chgData name="Sripada Jain" userId="737782f5769f07ca" providerId="LiveId" clId="{638AAE7F-7A4E-4F13-B2E9-C7F4641CD512}" dt="2025-10-28T12:19:58.531" v="1076" actId="1076"/>
          <ac:spMkLst>
            <pc:docMk/>
            <pc:sldMk cId="2597787482" sldId="259"/>
            <ac:spMk id="2" creationId="{009B9E17-C660-D1CA-7B28-98985EEEB8A4}"/>
          </ac:spMkLst>
        </pc:spChg>
        <pc:spChg chg="mod">
          <ac:chgData name="Sripada Jain" userId="737782f5769f07ca" providerId="LiveId" clId="{638AAE7F-7A4E-4F13-B2E9-C7F4641CD512}" dt="2025-10-28T12:19:16.530" v="1072" actId="255"/>
          <ac:spMkLst>
            <pc:docMk/>
            <pc:sldMk cId="2597787482" sldId="259"/>
            <ac:spMk id="3" creationId="{22E84BBE-43E7-737F-66A6-9BFD72A84D03}"/>
          </ac:spMkLst>
        </pc:spChg>
        <pc:picChg chg="add mod">
          <ac:chgData name="Sripada Jain" userId="737782f5769f07ca" providerId="LiveId" clId="{638AAE7F-7A4E-4F13-B2E9-C7F4641CD512}" dt="2025-10-28T11:45:57.165" v="589" actId="14100"/>
          <ac:picMkLst>
            <pc:docMk/>
            <pc:sldMk cId="2597787482" sldId="259"/>
            <ac:picMk id="5" creationId="{2285CA96-BC45-DF2D-2B49-51EC1F363180}"/>
          </ac:picMkLst>
        </pc:picChg>
      </pc:sldChg>
      <pc:sldChg chg="addSp modSp mod">
        <pc:chgData name="Sripada Jain" userId="737782f5769f07ca" providerId="LiveId" clId="{638AAE7F-7A4E-4F13-B2E9-C7F4641CD512}" dt="2025-10-28T12:20:49.950" v="1080" actId="1076"/>
        <pc:sldMkLst>
          <pc:docMk/>
          <pc:sldMk cId="3336197569" sldId="260"/>
        </pc:sldMkLst>
        <pc:spChg chg="mod">
          <ac:chgData name="Sripada Jain" userId="737782f5769f07ca" providerId="LiveId" clId="{638AAE7F-7A4E-4F13-B2E9-C7F4641CD512}" dt="2025-10-28T12:20:49.950" v="1080" actId="1076"/>
          <ac:spMkLst>
            <pc:docMk/>
            <pc:sldMk cId="3336197569" sldId="260"/>
            <ac:spMk id="2" creationId="{3D2CA0BF-707C-0F0F-384E-CACB8248ED8F}"/>
          </ac:spMkLst>
        </pc:spChg>
        <pc:picChg chg="add mod">
          <ac:chgData name="Sripada Jain" userId="737782f5769f07ca" providerId="LiveId" clId="{638AAE7F-7A4E-4F13-B2E9-C7F4641CD512}" dt="2025-10-28T11:46:10.736" v="594" actId="14100"/>
          <ac:picMkLst>
            <pc:docMk/>
            <pc:sldMk cId="3336197569" sldId="260"/>
            <ac:picMk id="5" creationId="{A7807B92-33E5-EC5E-DC68-E8B763DB7103}"/>
          </ac:picMkLst>
        </pc:picChg>
      </pc:sldChg>
      <pc:sldChg chg="addSp modSp mod">
        <pc:chgData name="Sripada Jain" userId="737782f5769f07ca" providerId="LiveId" clId="{638AAE7F-7A4E-4F13-B2E9-C7F4641CD512}" dt="2025-10-28T12:21:25.319" v="1087" actId="1076"/>
        <pc:sldMkLst>
          <pc:docMk/>
          <pc:sldMk cId="1330745279" sldId="261"/>
        </pc:sldMkLst>
        <pc:spChg chg="mod">
          <ac:chgData name="Sripada Jain" userId="737782f5769f07ca" providerId="LiveId" clId="{638AAE7F-7A4E-4F13-B2E9-C7F4641CD512}" dt="2025-10-28T12:21:25.319" v="1087" actId="1076"/>
          <ac:spMkLst>
            <pc:docMk/>
            <pc:sldMk cId="1330745279" sldId="261"/>
            <ac:spMk id="2" creationId="{D908E2EE-DF44-2B46-DD3A-BF595E400C83}"/>
          </ac:spMkLst>
        </pc:spChg>
        <pc:spChg chg="mod">
          <ac:chgData name="Sripada Jain" userId="737782f5769f07ca" providerId="LiveId" clId="{638AAE7F-7A4E-4F13-B2E9-C7F4641CD512}" dt="2025-10-28T11:54:44.028" v="706" actId="20577"/>
          <ac:spMkLst>
            <pc:docMk/>
            <pc:sldMk cId="1330745279" sldId="261"/>
            <ac:spMk id="3" creationId="{4FA23135-A5D4-DFDB-A15E-4E6E1BE89348}"/>
          </ac:spMkLst>
        </pc:spChg>
        <pc:picChg chg="add mod">
          <ac:chgData name="Sripada Jain" userId="737782f5769f07ca" providerId="LiveId" clId="{638AAE7F-7A4E-4F13-B2E9-C7F4641CD512}" dt="2025-10-28T11:46:39.408" v="599" actId="1076"/>
          <ac:picMkLst>
            <pc:docMk/>
            <pc:sldMk cId="1330745279" sldId="261"/>
            <ac:picMk id="5" creationId="{9E3E7DE9-F551-4D2D-02F3-6D9C4933DEDC}"/>
          </ac:picMkLst>
        </pc:picChg>
      </pc:sldChg>
      <pc:sldChg chg="addSp modSp mod">
        <pc:chgData name="Sripada Jain" userId="737782f5769f07ca" providerId="LiveId" clId="{638AAE7F-7A4E-4F13-B2E9-C7F4641CD512}" dt="2025-10-28T11:47:17.016" v="607" actId="14100"/>
        <pc:sldMkLst>
          <pc:docMk/>
          <pc:sldMk cId="3311489569" sldId="262"/>
        </pc:sldMkLst>
        <pc:picChg chg="add mod">
          <ac:chgData name="Sripada Jain" userId="737782f5769f07ca" providerId="LiveId" clId="{638AAE7F-7A4E-4F13-B2E9-C7F4641CD512}" dt="2025-10-28T11:47:17.016" v="607" actId="14100"/>
          <ac:picMkLst>
            <pc:docMk/>
            <pc:sldMk cId="3311489569" sldId="262"/>
            <ac:picMk id="4" creationId="{EED2FDBF-BCE6-AD1D-7AE7-357CAD1CAAF8}"/>
          </ac:picMkLst>
        </pc:picChg>
      </pc:sldChg>
      <pc:sldChg chg="addSp modSp mod">
        <pc:chgData name="Sripada Jain" userId="737782f5769f07ca" providerId="LiveId" clId="{638AAE7F-7A4E-4F13-B2E9-C7F4641CD512}" dt="2025-10-28T11:46:58.004" v="602" actId="1076"/>
        <pc:sldMkLst>
          <pc:docMk/>
          <pc:sldMk cId="2497202695" sldId="263"/>
        </pc:sldMkLst>
        <pc:picChg chg="add mod">
          <ac:chgData name="Sripada Jain" userId="737782f5769f07ca" providerId="LiveId" clId="{638AAE7F-7A4E-4F13-B2E9-C7F4641CD512}" dt="2025-10-28T11:46:58.004" v="602" actId="1076"/>
          <ac:picMkLst>
            <pc:docMk/>
            <pc:sldMk cId="2497202695" sldId="263"/>
            <ac:picMk id="4" creationId="{FE798F67-599B-9C29-1E65-FC4A2EA944A7}"/>
          </ac:picMkLst>
        </pc:picChg>
        <pc:picChg chg="mod">
          <ac:chgData name="Sripada Jain" userId="737782f5769f07ca" providerId="LiveId" clId="{638AAE7F-7A4E-4F13-B2E9-C7F4641CD512}" dt="2025-10-28T11:46:51.703" v="600" actId="14100"/>
          <ac:picMkLst>
            <pc:docMk/>
            <pc:sldMk cId="2497202695" sldId="263"/>
            <ac:picMk id="5" creationId="{7F1899E1-105B-EC91-E5FB-09194D7B8714}"/>
          </ac:picMkLst>
        </pc:picChg>
      </pc:sldChg>
      <pc:sldChg chg="addSp modSp mod">
        <pc:chgData name="Sripada Jain" userId="737782f5769f07ca" providerId="LiveId" clId="{638AAE7F-7A4E-4F13-B2E9-C7F4641CD512}" dt="2025-10-28T11:47:41.682" v="612" actId="14100"/>
        <pc:sldMkLst>
          <pc:docMk/>
          <pc:sldMk cId="2837736167" sldId="264"/>
        </pc:sldMkLst>
        <pc:spChg chg="mod">
          <ac:chgData name="Sripada Jain" userId="737782f5769f07ca" providerId="LiveId" clId="{638AAE7F-7A4E-4F13-B2E9-C7F4641CD512}" dt="2025-10-28T11:47:32.967" v="611" actId="27636"/>
          <ac:spMkLst>
            <pc:docMk/>
            <pc:sldMk cId="2837736167" sldId="264"/>
            <ac:spMk id="3" creationId="{D10ACA8B-75BA-9519-F18F-FF70353E44E9}"/>
          </ac:spMkLst>
        </pc:spChg>
        <pc:picChg chg="add mod">
          <ac:chgData name="Sripada Jain" userId="737782f5769f07ca" providerId="LiveId" clId="{638AAE7F-7A4E-4F13-B2E9-C7F4641CD512}" dt="2025-10-28T11:47:41.682" v="612" actId="14100"/>
          <ac:picMkLst>
            <pc:docMk/>
            <pc:sldMk cId="2837736167" sldId="264"/>
            <ac:picMk id="5" creationId="{EFBEF0F5-2946-7A7B-23CE-EDC5EC3EEB26}"/>
          </ac:picMkLst>
        </pc:picChg>
      </pc:sldChg>
      <pc:sldChg chg="addSp modSp mod">
        <pc:chgData name="Sripada Jain" userId="737782f5769f07ca" providerId="LiveId" clId="{638AAE7F-7A4E-4F13-B2E9-C7F4641CD512}" dt="2025-10-28T11:47:53.409" v="616" actId="14100"/>
        <pc:sldMkLst>
          <pc:docMk/>
          <pc:sldMk cId="2571789937" sldId="266"/>
        </pc:sldMkLst>
        <pc:picChg chg="add mod">
          <ac:chgData name="Sripada Jain" userId="737782f5769f07ca" providerId="LiveId" clId="{638AAE7F-7A4E-4F13-B2E9-C7F4641CD512}" dt="2025-10-28T11:47:53.409" v="616" actId="14100"/>
          <ac:picMkLst>
            <pc:docMk/>
            <pc:sldMk cId="2571789937" sldId="266"/>
            <ac:picMk id="4" creationId="{175467E5-2931-DE6F-04E5-54B3B5605989}"/>
          </ac:picMkLst>
        </pc:picChg>
      </pc:sldChg>
      <pc:sldChg chg="addSp modSp mod">
        <pc:chgData name="Sripada Jain" userId="737782f5769f07ca" providerId="LiveId" clId="{638AAE7F-7A4E-4F13-B2E9-C7F4641CD512}" dt="2025-10-28T11:48:36.249" v="625" actId="1076"/>
        <pc:sldMkLst>
          <pc:docMk/>
          <pc:sldMk cId="4158944568" sldId="267"/>
        </pc:sldMkLst>
        <pc:spChg chg="mod">
          <ac:chgData name="Sripada Jain" userId="737782f5769f07ca" providerId="LiveId" clId="{638AAE7F-7A4E-4F13-B2E9-C7F4641CD512}" dt="2025-10-28T10:55:21.783" v="404" actId="207"/>
          <ac:spMkLst>
            <pc:docMk/>
            <pc:sldMk cId="4158944568" sldId="267"/>
            <ac:spMk id="3" creationId="{18E76E10-0379-0930-9A9B-03D757943AC6}"/>
          </ac:spMkLst>
        </pc:spChg>
        <pc:picChg chg="add mod">
          <ac:chgData name="Sripada Jain" userId="737782f5769f07ca" providerId="LiveId" clId="{638AAE7F-7A4E-4F13-B2E9-C7F4641CD512}" dt="2025-10-28T11:48:36.249" v="625" actId="1076"/>
          <ac:picMkLst>
            <pc:docMk/>
            <pc:sldMk cId="4158944568" sldId="267"/>
            <ac:picMk id="4" creationId="{10D02B65-E731-C354-1AB8-5556D53B28AC}"/>
          </ac:picMkLst>
        </pc:picChg>
        <pc:picChg chg="mod">
          <ac:chgData name="Sripada Jain" userId="737782f5769f07ca" providerId="LiveId" clId="{638AAE7F-7A4E-4F13-B2E9-C7F4641CD512}" dt="2025-10-28T11:48:31.057" v="624" actId="14100"/>
          <ac:picMkLst>
            <pc:docMk/>
            <pc:sldMk cId="4158944568" sldId="267"/>
            <ac:picMk id="5" creationId="{C7C45AC2-E467-A1BB-2A3D-51347BAAC260}"/>
          </ac:picMkLst>
        </pc:picChg>
      </pc:sldChg>
      <pc:sldChg chg="addSp modSp add mod ord">
        <pc:chgData name="Sripada Jain" userId="737782f5769f07ca" providerId="LiveId" clId="{638AAE7F-7A4E-4F13-B2E9-C7F4641CD512}" dt="2025-10-28T12:22:05.415" v="1088" actId="2711"/>
        <pc:sldMkLst>
          <pc:docMk/>
          <pc:sldMk cId="2911051269" sldId="269"/>
        </pc:sldMkLst>
        <pc:spChg chg="mod">
          <ac:chgData name="Sripada Jain" userId="737782f5769f07ca" providerId="LiveId" clId="{638AAE7F-7A4E-4F13-B2E9-C7F4641CD512}" dt="2025-10-28T12:22:05.415" v="1088" actId="2711"/>
          <ac:spMkLst>
            <pc:docMk/>
            <pc:sldMk cId="2911051269" sldId="269"/>
            <ac:spMk id="5" creationId="{8A737775-5930-05FC-39CA-F2140E0AD167}"/>
          </ac:spMkLst>
        </pc:spChg>
        <pc:picChg chg="add mod">
          <ac:chgData name="Sripada Jain" userId="737782f5769f07ca" providerId="LiveId" clId="{638AAE7F-7A4E-4F13-B2E9-C7F4641CD512}" dt="2025-10-28T11:49:25.026" v="633" actId="14100"/>
          <ac:picMkLst>
            <pc:docMk/>
            <pc:sldMk cId="2911051269" sldId="269"/>
            <ac:picMk id="4" creationId="{002082EC-21A0-79BB-2883-AA341EE7B718}"/>
          </ac:picMkLst>
        </pc:picChg>
      </pc:sldChg>
      <pc:sldChg chg="addSp modSp new mod">
        <pc:chgData name="Sripada Jain" userId="737782f5769f07ca" providerId="LiveId" clId="{638AAE7F-7A4E-4F13-B2E9-C7F4641CD512}" dt="2025-10-28T11:49:37.360" v="637" actId="1076"/>
        <pc:sldMkLst>
          <pc:docMk/>
          <pc:sldMk cId="2976037985" sldId="273"/>
        </pc:sldMkLst>
        <pc:spChg chg="add mod">
          <ac:chgData name="Sripada Jain" userId="737782f5769f07ca" providerId="LiveId" clId="{638AAE7F-7A4E-4F13-B2E9-C7F4641CD512}" dt="2025-10-28T10:55:31.550" v="405" actId="207"/>
          <ac:spMkLst>
            <pc:docMk/>
            <pc:sldMk cId="2976037985" sldId="273"/>
            <ac:spMk id="3" creationId="{31BB2FB6-6AE6-896B-61D6-C7850ED26865}"/>
          </ac:spMkLst>
        </pc:spChg>
        <pc:picChg chg="add mod">
          <ac:chgData name="Sripada Jain" userId="737782f5769f07ca" providerId="LiveId" clId="{638AAE7F-7A4E-4F13-B2E9-C7F4641CD512}" dt="2025-10-28T11:49:34.851" v="636" actId="14100"/>
          <ac:picMkLst>
            <pc:docMk/>
            <pc:sldMk cId="2976037985" sldId="273"/>
            <ac:picMk id="5" creationId="{841F5824-FBE1-5077-645E-B90C7C2A9164}"/>
          </ac:picMkLst>
        </pc:picChg>
        <pc:picChg chg="add mod">
          <ac:chgData name="Sripada Jain" userId="737782f5769f07ca" providerId="LiveId" clId="{638AAE7F-7A4E-4F13-B2E9-C7F4641CD512}" dt="2025-10-28T11:49:37.360" v="637" actId="1076"/>
          <ac:picMkLst>
            <pc:docMk/>
            <pc:sldMk cId="2976037985" sldId="273"/>
            <ac:picMk id="7" creationId="{0C506D9E-770C-F58A-15BC-4A3F038409D3}"/>
          </ac:picMkLst>
        </pc:picChg>
      </pc:sldChg>
      <pc:sldChg chg="addSp delSp modSp new mod">
        <pc:chgData name="Sripada Jain" userId="737782f5769f07ca" providerId="LiveId" clId="{638AAE7F-7A4E-4F13-B2E9-C7F4641CD512}" dt="2025-10-28T12:24:08.183" v="1118" actId="1076"/>
        <pc:sldMkLst>
          <pc:docMk/>
          <pc:sldMk cId="3510560561" sldId="274"/>
        </pc:sldMkLst>
        <pc:spChg chg="mod">
          <ac:chgData name="Sripada Jain" userId="737782f5769f07ca" providerId="LiveId" clId="{638AAE7F-7A4E-4F13-B2E9-C7F4641CD512}" dt="2025-10-28T12:23:24.800" v="1098" actId="1076"/>
          <ac:spMkLst>
            <pc:docMk/>
            <pc:sldMk cId="3510560561" sldId="274"/>
            <ac:spMk id="2" creationId="{73B82737-F541-23BB-DB0E-E1A0D6007166}"/>
          </ac:spMkLst>
        </pc:spChg>
        <pc:spChg chg="add mod">
          <ac:chgData name="Sripada Jain" userId="737782f5769f07ca" providerId="LiveId" clId="{638AAE7F-7A4E-4F13-B2E9-C7F4641CD512}" dt="2025-10-28T12:24:08.183" v="1118" actId="1076"/>
          <ac:spMkLst>
            <pc:docMk/>
            <pc:sldMk cId="3510560561" sldId="274"/>
            <ac:spMk id="4" creationId="{B00D7B59-4DE2-102E-54ED-DE13E255B0DE}"/>
          </ac:spMkLst>
        </pc:spChg>
        <pc:picChg chg="add mod">
          <ac:chgData name="Sripada Jain" userId="737782f5769f07ca" providerId="LiveId" clId="{638AAE7F-7A4E-4F13-B2E9-C7F4641CD512}" dt="2025-10-28T11:49:54.232" v="641" actId="14100"/>
          <ac:picMkLst>
            <pc:docMk/>
            <pc:sldMk cId="3510560561" sldId="274"/>
            <ac:picMk id="6" creationId="{A9DCEF39-CF2A-9BC9-7F71-54E3A753FE70}"/>
          </ac:picMkLst>
        </pc:picChg>
      </pc:sldChg>
      <pc:sldChg chg="addSp modSp new mod">
        <pc:chgData name="Sripada Jain" userId="737782f5769f07ca" providerId="LiveId" clId="{638AAE7F-7A4E-4F13-B2E9-C7F4641CD512}" dt="2025-10-28T12:08:36.059" v="929" actId="113"/>
        <pc:sldMkLst>
          <pc:docMk/>
          <pc:sldMk cId="1250766153" sldId="276"/>
        </pc:sldMkLst>
        <pc:spChg chg="add mod">
          <ac:chgData name="Sripada Jain" userId="737782f5769f07ca" providerId="LiveId" clId="{638AAE7F-7A4E-4F13-B2E9-C7F4641CD512}" dt="2025-10-28T12:08:04.916" v="923" actId="14100"/>
          <ac:spMkLst>
            <pc:docMk/>
            <pc:sldMk cId="1250766153" sldId="276"/>
            <ac:spMk id="5" creationId="{465F7240-6439-942A-16BC-79654CD5E465}"/>
          </ac:spMkLst>
        </pc:spChg>
        <pc:spChg chg="add mod">
          <ac:chgData name="Sripada Jain" userId="737782f5769f07ca" providerId="LiveId" clId="{638AAE7F-7A4E-4F13-B2E9-C7F4641CD512}" dt="2025-10-28T11:50:14.611" v="646" actId="1076"/>
          <ac:spMkLst>
            <pc:docMk/>
            <pc:sldMk cId="1250766153" sldId="276"/>
            <ac:spMk id="7" creationId="{807421E4-DA7C-2298-0DF1-C947DB00C6E6}"/>
          </ac:spMkLst>
        </pc:spChg>
        <pc:spChg chg="add mod">
          <ac:chgData name="Sripada Jain" userId="737782f5769f07ca" providerId="LiveId" clId="{638AAE7F-7A4E-4F13-B2E9-C7F4641CD512}" dt="2025-10-28T12:08:36.059" v="929" actId="113"/>
          <ac:spMkLst>
            <pc:docMk/>
            <pc:sldMk cId="1250766153" sldId="276"/>
            <ac:spMk id="11" creationId="{44177BC5-70C5-5C91-DBBF-6DF6770E16A5}"/>
          </ac:spMkLst>
        </pc:spChg>
        <pc:picChg chg="add mod">
          <ac:chgData name="Sripada Jain" userId="737782f5769f07ca" providerId="LiveId" clId="{638AAE7F-7A4E-4F13-B2E9-C7F4641CD512}" dt="2025-10-28T11:50:05.454" v="644" actId="1076"/>
          <ac:picMkLst>
            <pc:docMk/>
            <pc:sldMk cId="1250766153" sldId="276"/>
            <ac:picMk id="3" creationId="{685C93C7-0CA2-4A21-889A-CD5E076F5485}"/>
          </ac:picMkLst>
        </pc:picChg>
        <pc:picChg chg="add mod">
          <ac:chgData name="Sripada Jain" userId="737782f5769f07ca" providerId="LiveId" clId="{638AAE7F-7A4E-4F13-B2E9-C7F4641CD512}" dt="2025-10-28T11:50:08.230" v="645" actId="1076"/>
          <ac:picMkLst>
            <pc:docMk/>
            <pc:sldMk cId="1250766153" sldId="276"/>
            <ac:picMk id="9" creationId="{E2443EE3-4B36-3692-9A2B-40B18B1FAC1A}"/>
          </ac:picMkLst>
        </pc:picChg>
      </pc:sldChg>
      <pc:sldChg chg="addSp modSp new mod ord">
        <pc:chgData name="Sripada Jain" userId="737782f5769f07ca" providerId="LiveId" clId="{638AAE7F-7A4E-4F13-B2E9-C7F4641CD512}" dt="2025-10-28T11:51:51.476" v="669" actId="14100"/>
        <pc:sldMkLst>
          <pc:docMk/>
          <pc:sldMk cId="2113164472" sldId="277"/>
        </pc:sldMkLst>
        <pc:spChg chg="add mod">
          <ac:chgData name="Sripada Jain" userId="737782f5769f07ca" providerId="LiveId" clId="{638AAE7F-7A4E-4F13-B2E9-C7F4641CD512}" dt="2025-10-28T10:55:55.368" v="410" actId="207"/>
          <ac:spMkLst>
            <pc:docMk/>
            <pc:sldMk cId="2113164472" sldId="277"/>
            <ac:spMk id="3" creationId="{CD9ABC29-CA11-D76A-ACB0-827B1E51DAD3}"/>
          </ac:spMkLst>
        </pc:spChg>
        <pc:picChg chg="add mod">
          <ac:chgData name="Sripada Jain" userId="737782f5769f07ca" providerId="LiveId" clId="{638AAE7F-7A4E-4F13-B2E9-C7F4641CD512}" dt="2025-10-28T10:58:08.023" v="420" actId="1076"/>
          <ac:picMkLst>
            <pc:docMk/>
            <pc:sldMk cId="2113164472" sldId="277"/>
            <ac:picMk id="5" creationId="{AEB03012-7465-3532-B249-176325F1C1FF}"/>
          </ac:picMkLst>
        </pc:picChg>
        <pc:picChg chg="add mod">
          <ac:chgData name="Sripada Jain" userId="737782f5769f07ca" providerId="LiveId" clId="{638AAE7F-7A4E-4F13-B2E9-C7F4641CD512}" dt="2025-10-28T10:58:01.775" v="418" actId="1076"/>
          <ac:picMkLst>
            <pc:docMk/>
            <pc:sldMk cId="2113164472" sldId="277"/>
            <ac:picMk id="7" creationId="{09928185-35C2-9019-F1F3-B8DD4373CA29}"/>
          </ac:picMkLst>
        </pc:picChg>
        <pc:picChg chg="add mod">
          <ac:chgData name="Sripada Jain" userId="737782f5769f07ca" providerId="LiveId" clId="{638AAE7F-7A4E-4F13-B2E9-C7F4641CD512}" dt="2025-10-28T11:51:51.476" v="669" actId="14100"/>
          <ac:picMkLst>
            <pc:docMk/>
            <pc:sldMk cId="2113164472" sldId="277"/>
            <ac:picMk id="9" creationId="{869B9FE0-46D7-37ED-D58F-68C9B13C5FA4}"/>
          </ac:picMkLst>
        </pc:picChg>
      </pc:sldChg>
      <pc:sldChg chg="addSp modSp new mod ord">
        <pc:chgData name="Sripada Jain" userId="737782f5769f07ca" providerId="LiveId" clId="{638AAE7F-7A4E-4F13-B2E9-C7F4641CD512}" dt="2025-10-28T11:50:44.834" v="653" actId="1076"/>
        <pc:sldMkLst>
          <pc:docMk/>
          <pc:sldMk cId="2855810755" sldId="278"/>
        </pc:sldMkLst>
        <pc:spChg chg="add mod">
          <ac:chgData name="Sripada Jain" userId="737782f5769f07ca" providerId="LiveId" clId="{638AAE7F-7A4E-4F13-B2E9-C7F4641CD512}" dt="2025-10-28T11:50:44.834" v="653" actId="1076"/>
          <ac:spMkLst>
            <pc:docMk/>
            <pc:sldMk cId="2855810755" sldId="278"/>
            <ac:spMk id="5" creationId="{CE3A5B96-A151-116C-4CCC-0EF80D6AC443}"/>
          </ac:spMkLst>
        </pc:spChg>
        <pc:spChg chg="add mod">
          <ac:chgData name="Sripada Jain" userId="737782f5769f07ca" providerId="LiveId" clId="{638AAE7F-7A4E-4F13-B2E9-C7F4641CD512}" dt="2025-10-28T11:01:39.246" v="436" actId="255"/>
          <ac:spMkLst>
            <pc:docMk/>
            <pc:sldMk cId="2855810755" sldId="278"/>
            <ac:spMk id="7" creationId="{00E8D16D-CECC-A6E9-F14C-7ED2EAAC69DA}"/>
          </ac:spMkLst>
        </pc:spChg>
        <pc:picChg chg="add mod">
          <ac:chgData name="Sripada Jain" userId="737782f5769f07ca" providerId="LiveId" clId="{638AAE7F-7A4E-4F13-B2E9-C7F4641CD512}" dt="2025-10-28T11:50:34.109" v="651" actId="14100"/>
          <ac:picMkLst>
            <pc:docMk/>
            <pc:sldMk cId="2855810755" sldId="278"/>
            <ac:picMk id="3" creationId="{29AE42CB-FC97-BCB6-2D32-C1F5F5B35BF3}"/>
          </ac:picMkLst>
        </pc:picChg>
        <pc:picChg chg="add mod">
          <ac:chgData name="Sripada Jain" userId="737782f5769f07ca" providerId="LiveId" clId="{638AAE7F-7A4E-4F13-B2E9-C7F4641CD512}" dt="2025-10-28T11:50:36.735" v="652" actId="1076"/>
          <ac:picMkLst>
            <pc:docMk/>
            <pc:sldMk cId="2855810755" sldId="278"/>
            <ac:picMk id="9" creationId="{BE701902-FB6E-7519-4990-C48EA8217968}"/>
          </ac:picMkLst>
        </pc:picChg>
      </pc:sldChg>
      <pc:sldChg chg="addSp delSp modSp new mod ord">
        <pc:chgData name="Sripada Jain" userId="737782f5769f07ca" providerId="LiveId" clId="{638AAE7F-7A4E-4F13-B2E9-C7F4641CD512}" dt="2025-10-28T15:10:28.334" v="1122" actId="20577"/>
        <pc:sldMkLst>
          <pc:docMk/>
          <pc:sldMk cId="2409862802" sldId="279"/>
        </pc:sldMkLst>
        <pc:spChg chg="add mod">
          <ac:chgData name="Sripada Jain" userId="737782f5769f07ca" providerId="LiveId" clId="{638AAE7F-7A4E-4F13-B2E9-C7F4641CD512}" dt="2025-10-28T11:03:52.626" v="453" actId="1076"/>
          <ac:spMkLst>
            <pc:docMk/>
            <pc:sldMk cId="2409862802" sldId="279"/>
            <ac:spMk id="3" creationId="{A692E009-30A6-F7FB-769C-A55DD65D5A08}"/>
          </ac:spMkLst>
        </pc:spChg>
        <pc:spChg chg="add mod">
          <ac:chgData name="Sripada Jain" userId="737782f5769f07ca" providerId="LiveId" clId="{638AAE7F-7A4E-4F13-B2E9-C7F4641CD512}" dt="2025-10-28T15:10:28.334" v="1122" actId="20577"/>
          <ac:spMkLst>
            <pc:docMk/>
            <pc:sldMk cId="2409862802" sldId="279"/>
            <ac:spMk id="11" creationId="{B582F5A6-ED68-A595-7D3C-7722C5129DDF}"/>
          </ac:spMkLst>
        </pc:spChg>
        <pc:picChg chg="add mod">
          <ac:chgData name="Sripada Jain" userId="737782f5769f07ca" providerId="LiveId" clId="{638AAE7F-7A4E-4F13-B2E9-C7F4641CD512}" dt="2025-10-28T11:10:49.082" v="471" actId="14100"/>
          <ac:picMkLst>
            <pc:docMk/>
            <pc:sldMk cId="2409862802" sldId="279"/>
            <ac:picMk id="5" creationId="{83C7764D-34A1-A019-354F-AB4B2E223B44}"/>
          </ac:picMkLst>
        </pc:picChg>
        <pc:picChg chg="add mod">
          <ac:chgData name="Sripada Jain" userId="737782f5769f07ca" providerId="LiveId" clId="{638AAE7F-7A4E-4F13-B2E9-C7F4641CD512}" dt="2025-10-28T11:50:59.184" v="657" actId="14100"/>
          <ac:picMkLst>
            <pc:docMk/>
            <pc:sldMk cId="2409862802" sldId="279"/>
            <ac:picMk id="13" creationId="{7FC526F5-915C-AE1E-308E-9D3216E59345}"/>
          </ac:picMkLst>
        </pc:picChg>
      </pc:sldChg>
      <pc:sldChg chg="addSp modSp new mod">
        <pc:chgData name="Sripada Jain" userId="737782f5769f07ca" providerId="LiveId" clId="{638AAE7F-7A4E-4F13-B2E9-C7F4641CD512}" dt="2025-10-28T11:51:24.203" v="661" actId="1076"/>
        <pc:sldMkLst>
          <pc:docMk/>
          <pc:sldMk cId="895820916" sldId="280"/>
        </pc:sldMkLst>
        <pc:spChg chg="add mod">
          <ac:chgData name="Sripada Jain" userId="737782f5769f07ca" providerId="LiveId" clId="{638AAE7F-7A4E-4F13-B2E9-C7F4641CD512}" dt="2025-10-28T11:13:45.443" v="486" actId="14100"/>
          <ac:spMkLst>
            <pc:docMk/>
            <pc:sldMk cId="895820916" sldId="280"/>
            <ac:spMk id="3" creationId="{98EFBB6E-EF83-BDBB-0ED1-0C971350BF50}"/>
          </ac:spMkLst>
        </pc:spChg>
        <pc:spChg chg="add mod">
          <ac:chgData name="Sripada Jain" userId="737782f5769f07ca" providerId="LiveId" clId="{638AAE7F-7A4E-4F13-B2E9-C7F4641CD512}" dt="2025-10-28T11:51:19.768" v="660" actId="1076"/>
          <ac:spMkLst>
            <pc:docMk/>
            <pc:sldMk cId="895820916" sldId="280"/>
            <ac:spMk id="7" creationId="{ABF4A08B-F0A0-51A7-0E27-C444DD8BCD7F}"/>
          </ac:spMkLst>
        </pc:spChg>
        <pc:picChg chg="add mod">
          <ac:chgData name="Sripada Jain" userId="737782f5769f07ca" providerId="LiveId" clId="{638AAE7F-7A4E-4F13-B2E9-C7F4641CD512}" dt="2025-10-28T11:12:29.908" v="476" actId="1076"/>
          <ac:picMkLst>
            <pc:docMk/>
            <pc:sldMk cId="895820916" sldId="280"/>
            <ac:picMk id="5" creationId="{297AEA8D-01EA-67A9-6172-57DE88E11A1A}"/>
          </ac:picMkLst>
        </pc:picChg>
        <pc:picChg chg="add mod">
          <ac:chgData name="Sripada Jain" userId="737782f5769f07ca" providerId="LiveId" clId="{638AAE7F-7A4E-4F13-B2E9-C7F4641CD512}" dt="2025-10-28T11:51:24.203" v="661" actId="1076"/>
          <ac:picMkLst>
            <pc:docMk/>
            <pc:sldMk cId="895820916" sldId="280"/>
            <ac:picMk id="9" creationId="{82AC0EA4-AB71-DFF6-FA87-223BB38BAA27}"/>
          </ac:picMkLst>
        </pc:picChg>
      </pc:sldChg>
      <pc:sldChg chg="addSp delSp modSp new mod">
        <pc:chgData name="Sripada Jain" userId="737782f5769f07ca" providerId="LiveId" clId="{638AAE7F-7A4E-4F13-B2E9-C7F4641CD512}" dt="2025-10-28T11:51:38.134" v="665" actId="14100"/>
        <pc:sldMkLst>
          <pc:docMk/>
          <pc:sldMk cId="997540506" sldId="281"/>
        </pc:sldMkLst>
        <pc:spChg chg="add mod">
          <ac:chgData name="Sripada Jain" userId="737782f5769f07ca" providerId="LiveId" clId="{638AAE7F-7A4E-4F13-B2E9-C7F4641CD512}" dt="2025-10-28T11:14:41.497" v="493" actId="255"/>
          <ac:spMkLst>
            <pc:docMk/>
            <pc:sldMk cId="997540506" sldId="281"/>
            <ac:spMk id="3" creationId="{4D187588-7438-5CB6-C917-4EADB6A38E6B}"/>
          </ac:spMkLst>
        </pc:spChg>
        <pc:picChg chg="add mod">
          <ac:chgData name="Sripada Jain" userId="737782f5769f07ca" providerId="LiveId" clId="{638AAE7F-7A4E-4F13-B2E9-C7F4641CD512}" dt="2025-10-28T11:17:15.088" v="511" actId="14100"/>
          <ac:picMkLst>
            <pc:docMk/>
            <pc:sldMk cId="997540506" sldId="281"/>
            <ac:picMk id="5" creationId="{BAED3B93-B661-7CB8-3F87-E64605C7FDFC}"/>
          </ac:picMkLst>
        </pc:picChg>
        <pc:picChg chg="add mod">
          <ac:chgData name="Sripada Jain" userId="737782f5769f07ca" providerId="LiveId" clId="{638AAE7F-7A4E-4F13-B2E9-C7F4641CD512}" dt="2025-10-28T11:17:17.957" v="512" actId="14100"/>
          <ac:picMkLst>
            <pc:docMk/>
            <pc:sldMk cId="997540506" sldId="281"/>
            <ac:picMk id="7" creationId="{12DCCA56-094E-4647-BFC7-8D4726E92C9B}"/>
          </ac:picMkLst>
        </pc:picChg>
        <pc:picChg chg="add mod">
          <ac:chgData name="Sripada Jain" userId="737782f5769f07ca" providerId="LiveId" clId="{638AAE7F-7A4E-4F13-B2E9-C7F4641CD512}" dt="2025-10-28T11:51:38.134" v="665" actId="14100"/>
          <ac:picMkLst>
            <pc:docMk/>
            <pc:sldMk cId="997540506" sldId="281"/>
            <ac:picMk id="11" creationId="{782201B8-A320-60DC-EE59-2B6949625684}"/>
          </ac:picMkLst>
        </pc:picChg>
      </pc:sldChg>
      <pc:sldChg chg="addSp modSp new mod">
        <pc:chgData name="Sripada Jain" userId="737782f5769f07ca" providerId="LiveId" clId="{638AAE7F-7A4E-4F13-B2E9-C7F4641CD512}" dt="2025-10-28T11:52:03.715" v="672" actId="14100"/>
        <pc:sldMkLst>
          <pc:docMk/>
          <pc:sldMk cId="1024878615" sldId="282"/>
        </pc:sldMkLst>
        <pc:spChg chg="add mod">
          <ac:chgData name="Sripada Jain" userId="737782f5769f07ca" providerId="LiveId" clId="{638AAE7F-7A4E-4F13-B2E9-C7F4641CD512}" dt="2025-10-28T11:21:47.466" v="520" actId="1076"/>
          <ac:spMkLst>
            <pc:docMk/>
            <pc:sldMk cId="1024878615" sldId="282"/>
            <ac:spMk id="5" creationId="{DFAB849D-A0B5-D7FE-A9AC-45288BE76E01}"/>
          </ac:spMkLst>
        </pc:spChg>
        <pc:picChg chg="add">
          <ac:chgData name="Sripada Jain" userId="737782f5769f07ca" providerId="LiveId" clId="{638AAE7F-7A4E-4F13-B2E9-C7F4641CD512}" dt="2025-10-28T11:21:21.470" v="514" actId="22"/>
          <ac:picMkLst>
            <pc:docMk/>
            <pc:sldMk cId="1024878615" sldId="282"/>
            <ac:picMk id="3" creationId="{A65C3472-B83D-F9D5-54F8-74D7FCB1742E}"/>
          </ac:picMkLst>
        </pc:picChg>
        <pc:picChg chg="add mod">
          <ac:chgData name="Sripada Jain" userId="737782f5769f07ca" providerId="LiveId" clId="{638AAE7F-7A4E-4F13-B2E9-C7F4641CD512}" dt="2025-10-28T11:52:03.715" v="672" actId="14100"/>
          <ac:picMkLst>
            <pc:docMk/>
            <pc:sldMk cId="1024878615" sldId="282"/>
            <ac:picMk id="7" creationId="{6D98EAFB-3F3D-288E-DF19-1CA78F8B4FBB}"/>
          </ac:picMkLst>
        </pc:picChg>
      </pc:sldChg>
      <pc:sldChg chg="addSp delSp modSp new mod">
        <pc:chgData name="Sripada Jain" userId="737782f5769f07ca" providerId="LiveId" clId="{638AAE7F-7A4E-4F13-B2E9-C7F4641CD512}" dt="2025-10-28T11:52:17.189" v="676" actId="14100"/>
        <pc:sldMkLst>
          <pc:docMk/>
          <pc:sldMk cId="3636780335" sldId="283"/>
        </pc:sldMkLst>
        <pc:spChg chg="mod">
          <ac:chgData name="Sripada Jain" userId="737782f5769f07ca" providerId="LiveId" clId="{638AAE7F-7A4E-4F13-B2E9-C7F4641CD512}" dt="2025-10-28T11:40:28.784" v="554" actId="113"/>
          <ac:spMkLst>
            <pc:docMk/>
            <pc:sldMk cId="3636780335" sldId="283"/>
            <ac:spMk id="2" creationId="{ECB47E68-23CF-726E-B109-51E1A7A7732C}"/>
          </ac:spMkLst>
        </pc:spChg>
        <pc:spChg chg="add mod">
          <ac:chgData name="Sripada Jain" userId="737782f5769f07ca" providerId="LiveId" clId="{638AAE7F-7A4E-4F13-B2E9-C7F4641CD512}" dt="2025-10-28T11:40:03.088" v="550" actId="20577"/>
          <ac:spMkLst>
            <pc:docMk/>
            <pc:sldMk cId="3636780335" sldId="283"/>
            <ac:spMk id="4" creationId="{C638DF66-FA3C-E2E1-6FCA-010B355B6626}"/>
          </ac:spMkLst>
        </pc:spChg>
        <pc:picChg chg="add mod">
          <ac:chgData name="Sripada Jain" userId="737782f5769f07ca" providerId="LiveId" clId="{638AAE7F-7A4E-4F13-B2E9-C7F4641CD512}" dt="2025-10-28T11:52:17.189" v="676" actId="14100"/>
          <ac:picMkLst>
            <pc:docMk/>
            <pc:sldMk cId="3636780335" sldId="283"/>
            <ac:picMk id="6" creationId="{E9F30B3F-E6B4-089A-86D5-52071D15EBBF}"/>
          </ac:picMkLst>
        </pc:picChg>
      </pc:sldChg>
      <pc:sldChg chg="addSp modSp new mod">
        <pc:chgData name="Sripada Jain" userId="737782f5769f07ca" providerId="LiveId" clId="{638AAE7F-7A4E-4F13-B2E9-C7F4641CD512}" dt="2025-10-28T11:52:25.536" v="678" actId="1076"/>
        <pc:sldMkLst>
          <pc:docMk/>
          <pc:sldMk cId="3614052606" sldId="284"/>
        </pc:sldMkLst>
        <pc:spChg chg="add mod">
          <ac:chgData name="Sripada Jain" userId="737782f5769f07ca" providerId="LiveId" clId="{638AAE7F-7A4E-4F13-B2E9-C7F4641CD512}" dt="2025-10-28T11:42:06.475" v="561" actId="1076"/>
          <ac:spMkLst>
            <pc:docMk/>
            <pc:sldMk cId="3614052606" sldId="284"/>
            <ac:spMk id="3" creationId="{9347691D-663B-008A-39CE-6F25E53C5082}"/>
          </ac:spMkLst>
        </pc:spChg>
        <pc:spChg chg="add mod">
          <ac:chgData name="Sripada Jain" userId="737782f5769f07ca" providerId="LiveId" clId="{638AAE7F-7A4E-4F13-B2E9-C7F4641CD512}" dt="2025-10-28T11:42:47.443" v="567" actId="1076"/>
          <ac:spMkLst>
            <pc:docMk/>
            <pc:sldMk cId="3614052606" sldId="284"/>
            <ac:spMk id="5" creationId="{86DDF511-1FB8-5D8A-3070-9A790D421218}"/>
          </ac:spMkLst>
        </pc:spChg>
        <pc:picChg chg="add mod">
          <ac:chgData name="Sripada Jain" userId="737782f5769f07ca" providerId="LiveId" clId="{638AAE7F-7A4E-4F13-B2E9-C7F4641CD512}" dt="2025-10-28T11:52:25.536" v="678" actId="1076"/>
          <ac:picMkLst>
            <pc:docMk/>
            <pc:sldMk cId="3614052606" sldId="284"/>
            <ac:picMk id="7" creationId="{C18B60C4-3378-01A9-5967-204C2C8C265A}"/>
          </ac:picMkLst>
        </pc:picChg>
      </pc:sldChg>
      <pc:sldChg chg="addSp modSp new mod">
        <pc:chgData name="Sripada Jain" userId="737782f5769f07ca" providerId="LiveId" clId="{638AAE7F-7A4E-4F13-B2E9-C7F4641CD512}" dt="2025-10-28T11:44:28.333" v="575" actId="14100"/>
        <pc:sldMkLst>
          <pc:docMk/>
          <pc:sldMk cId="2856061570" sldId="285"/>
        </pc:sldMkLst>
        <pc:picChg chg="add mod">
          <ac:chgData name="Sripada Jain" userId="737782f5769f07ca" providerId="LiveId" clId="{638AAE7F-7A4E-4F13-B2E9-C7F4641CD512}" dt="2025-10-28T11:44:28.333" v="575" actId="14100"/>
          <ac:picMkLst>
            <pc:docMk/>
            <pc:sldMk cId="2856061570" sldId="285"/>
            <ac:picMk id="2" creationId="{463F645D-3AFD-BC5F-4C4B-5A4E60A37BD2}"/>
          </ac:picMkLst>
        </pc:picChg>
      </pc:sldChg>
      <pc:sldChg chg="addSp delSp modSp new mod">
        <pc:chgData name="Sripada Jain" userId="737782f5769f07ca" providerId="LiveId" clId="{638AAE7F-7A4E-4F13-B2E9-C7F4641CD512}" dt="2025-10-28T12:13:47.656" v="1070" actId="2711"/>
        <pc:sldMkLst>
          <pc:docMk/>
          <pc:sldMk cId="330738144" sldId="286"/>
        </pc:sldMkLst>
        <pc:spChg chg="mod">
          <ac:chgData name="Sripada Jain" userId="737782f5769f07ca" providerId="LiveId" clId="{638AAE7F-7A4E-4F13-B2E9-C7F4641CD512}" dt="2025-10-28T12:13:47.656" v="1070" actId="2711"/>
          <ac:spMkLst>
            <pc:docMk/>
            <pc:sldMk cId="330738144" sldId="286"/>
            <ac:spMk id="2" creationId="{FE7F2D2F-FAC3-23D9-A246-AB4D0A9F58ED}"/>
          </ac:spMkLst>
        </pc:spChg>
        <pc:spChg chg="mod">
          <ac:chgData name="Sripada Jain" userId="737782f5769f07ca" providerId="LiveId" clId="{638AAE7F-7A4E-4F13-B2E9-C7F4641CD512}" dt="2025-10-28T12:10:21.974" v="1036" actId="20577"/>
          <ac:spMkLst>
            <pc:docMk/>
            <pc:sldMk cId="330738144" sldId="286"/>
            <ac:spMk id="3" creationId="{3F154848-DEFE-2575-9326-437678ADB12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DA882-59C4-C652-5333-F735FB2F85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280FEE-400D-889C-7D93-D8B61799DA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8F1B66-4873-F892-2A20-7146962FA2C6}"/>
              </a:ext>
            </a:extLst>
          </p:cNvPr>
          <p:cNvSpPr>
            <a:spLocks noGrp="1"/>
          </p:cNvSpPr>
          <p:nvPr>
            <p:ph type="dt" sz="half" idx="10"/>
          </p:nvPr>
        </p:nvSpPr>
        <p:spPr/>
        <p:txBody>
          <a:bodyPr/>
          <a:lstStyle/>
          <a:p>
            <a:fld id="{53DC9D4C-F171-4083-A82E-122CBC2E2090}" type="datetimeFigureOut">
              <a:rPr lang="en-US" smtClean="0"/>
              <a:t>11/8/2025</a:t>
            </a:fld>
            <a:endParaRPr lang="en-US"/>
          </a:p>
        </p:txBody>
      </p:sp>
      <p:sp>
        <p:nvSpPr>
          <p:cNvPr id="5" name="Footer Placeholder 4">
            <a:extLst>
              <a:ext uri="{FF2B5EF4-FFF2-40B4-BE49-F238E27FC236}">
                <a16:creationId xmlns:a16="http://schemas.microsoft.com/office/drawing/2014/main" id="{35D47D2C-59F9-2ACC-73E7-A13A41626D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40A447-DEBB-88C4-FECC-FE56E5B50431}"/>
              </a:ext>
            </a:extLst>
          </p:cNvPr>
          <p:cNvSpPr>
            <a:spLocks noGrp="1"/>
          </p:cNvSpPr>
          <p:nvPr>
            <p:ph type="sldNum" sz="quarter" idx="12"/>
          </p:nvPr>
        </p:nvSpPr>
        <p:spPr/>
        <p:txBody>
          <a:bodyPr/>
          <a:lstStyle/>
          <a:p>
            <a:fld id="{86B93AF8-531B-4BD6-8009-847A112AEBAD}" type="slidenum">
              <a:rPr lang="en-US" smtClean="0"/>
              <a:t>‹#›</a:t>
            </a:fld>
            <a:endParaRPr lang="en-US"/>
          </a:p>
        </p:txBody>
      </p:sp>
    </p:spTree>
    <p:extLst>
      <p:ext uri="{BB962C8B-B14F-4D97-AF65-F5344CB8AC3E}">
        <p14:creationId xmlns:p14="http://schemas.microsoft.com/office/powerpoint/2010/main" val="28184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93C8B-F03C-17DD-31E1-24A6F90F57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FC70F9-FFBB-4CC6-B9C7-6B147BBCE4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62D29E-E43E-ECA9-CDC3-7FA0C801191E}"/>
              </a:ext>
            </a:extLst>
          </p:cNvPr>
          <p:cNvSpPr>
            <a:spLocks noGrp="1"/>
          </p:cNvSpPr>
          <p:nvPr>
            <p:ph type="dt" sz="half" idx="10"/>
          </p:nvPr>
        </p:nvSpPr>
        <p:spPr/>
        <p:txBody>
          <a:bodyPr/>
          <a:lstStyle/>
          <a:p>
            <a:fld id="{53DC9D4C-F171-4083-A82E-122CBC2E2090}" type="datetimeFigureOut">
              <a:rPr lang="en-US" smtClean="0"/>
              <a:t>11/8/2025</a:t>
            </a:fld>
            <a:endParaRPr lang="en-US"/>
          </a:p>
        </p:txBody>
      </p:sp>
      <p:sp>
        <p:nvSpPr>
          <p:cNvPr id="5" name="Footer Placeholder 4">
            <a:extLst>
              <a:ext uri="{FF2B5EF4-FFF2-40B4-BE49-F238E27FC236}">
                <a16:creationId xmlns:a16="http://schemas.microsoft.com/office/drawing/2014/main" id="{BB99D2F3-C3F0-B57A-6EA1-6265E4737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EFEF3-D3D2-EBDF-9570-5492BBA2A0C1}"/>
              </a:ext>
            </a:extLst>
          </p:cNvPr>
          <p:cNvSpPr>
            <a:spLocks noGrp="1"/>
          </p:cNvSpPr>
          <p:nvPr>
            <p:ph type="sldNum" sz="quarter" idx="12"/>
          </p:nvPr>
        </p:nvSpPr>
        <p:spPr/>
        <p:txBody>
          <a:bodyPr/>
          <a:lstStyle/>
          <a:p>
            <a:fld id="{86B93AF8-531B-4BD6-8009-847A112AEBAD}" type="slidenum">
              <a:rPr lang="en-US" smtClean="0"/>
              <a:t>‹#›</a:t>
            </a:fld>
            <a:endParaRPr lang="en-US"/>
          </a:p>
        </p:txBody>
      </p:sp>
    </p:spTree>
    <p:extLst>
      <p:ext uri="{BB962C8B-B14F-4D97-AF65-F5344CB8AC3E}">
        <p14:creationId xmlns:p14="http://schemas.microsoft.com/office/powerpoint/2010/main" val="2117529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CFB57-6D0A-7256-41EC-404E2CB0B8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EDDE02-5B6B-22A1-320D-1BD5DCBB38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BD566E-BF8B-D326-C41A-EA297A17E39F}"/>
              </a:ext>
            </a:extLst>
          </p:cNvPr>
          <p:cNvSpPr>
            <a:spLocks noGrp="1"/>
          </p:cNvSpPr>
          <p:nvPr>
            <p:ph type="dt" sz="half" idx="10"/>
          </p:nvPr>
        </p:nvSpPr>
        <p:spPr/>
        <p:txBody>
          <a:bodyPr/>
          <a:lstStyle/>
          <a:p>
            <a:fld id="{53DC9D4C-F171-4083-A82E-122CBC2E2090}" type="datetimeFigureOut">
              <a:rPr lang="en-US" smtClean="0"/>
              <a:t>11/8/2025</a:t>
            </a:fld>
            <a:endParaRPr lang="en-US"/>
          </a:p>
        </p:txBody>
      </p:sp>
      <p:sp>
        <p:nvSpPr>
          <p:cNvPr id="5" name="Footer Placeholder 4">
            <a:extLst>
              <a:ext uri="{FF2B5EF4-FFF2-40B4-BE49-F238E27FC236}">
                <a16:creationId xmlns:a16="http://schemas.microsoft.com/office/drawing/2014/main" id="{C3CEEB93-E384-BE96-709B-62E6979F23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0D3097-B065-F8F3-17CD-253506F9CD1B}"/>
              </a:ext>
            </a:extLst>
          </p:cNvPr>
          <p:cNvSpPr>
            <a:spLocks noGrp="1"/>
          </p:cNvSpPr>
          <p:nvPr>
            <p:ph type="sldNum" sz="quarter" idx="12"/>
          </p:nvPr>
        </p:nvSpPr>
        <p:spPr/>
        <p:txBody>
          <a:bodyPr/>
          <a:lstStyle/>
          <a:p>
            <a:fld id="{86B93AF8-531B-4BD6-8009-847A112AEBAD}" type="slidenum">
              <a:rPr lang="en-US" smtClean="0"/>
              <a:t>‹#›</a:t>
            </a:fld>
            <a:endParaRPr lang="en-US"/>
          </a:p>
        </p:txBody>
      </p:sp>
    </p:spTree>
    <p:extLst>
      <p:ext uri="{BB962C8B-B14F-4D97-AF65-F5344CB8AC3E}">
        <p14:creationId xmlns:p14="http://schemas.microsoft.com/office/powerpoint/2010/main" val="635291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BB3F6-CF61-396A-E7AF-DB0B2D04A2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33B8A0-D19E-68D8-82E7-5792C48BAE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0C4689-D842-7B72-76F1-242C112C47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F9F276-A7EC-ECCB-0146-ACC5C44EFC0A}"/>
              </a:ext>
            </a:extLst>
          </p:cNvPr>
          <p:cNvSpPr>
            <a:spLocks noGrp="1"/>
          </p:cNvSpPr>
          <p:nvPr>
            <p:ph type="dt" sz="half" idx="10"/>
          </p:nvPr>
        </p:nvSpPr>
        <p:spPr/>
        <p:txBody>
          <a:bodyPr/>
          <a:lstStyle/>
          <a:p>
            <a:fld id="{53DC9D4C-F171-4083-A82E-122CBC2E2090}" type="datetimeFigureOut">
              <a:rPr lang="en-US" smtClean="0"/>
              <a:t>11/8/2025</a:t>
            </a:fld>
            <a:endParaRPr lang="en-US"/>
          </a:p>
        </p:txBody>
      </p:sp>
      <p:sp>
        <p:nvSpPr>
          <p:cNvPr id="6" name="Footer Placeholder 5">
            <a:extLst>
              <a:ext uri="{FF2B5EF4-FFF2-40B4-BE49-F238E27FC236}">
                <a16:creationId xmlns:a16="http://schemas.microsoft.com/office/drawing/2014/main" id="{9ABD4AA8-E621-40E6-9F66-A5F09C2429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B250D7-E69D-3289-B540-F561E396800E}"/>
              </a:ext>
            </a:extLst>
          </p:cNvPr>
          <p:cNvSpPr>
            <a:spLocks noGrp="1"/>
          </p:cNvSpPr>
          <p:nvPr>
            <p:ph type="sldNum" sz="quarter" idx="12"/>
          </p:nvPr>
        </p:nvSpPr>
        <p:spPr/>
        <p:txBody>
          <a:bodyPr/>
          <a:lstStyle/>
          <a:p>
            <a:fld id="{86B93AF8-531B-4BD6-8009-847A112AEBAD}" type="slidenum">
              <a:rPr lang="en-US" smtClean="0"/>
              <a:t>‹#›</a:t>
            </a:fld>
            <a:endParaRPr lang="en-US"/>
          </a:p>
        </p:txBody>
      </p:sp>
    </p:spTree>
    <p:extLst>
      <p:ext uri="{BB962C8B-B14F-4D97-AF65-F5344CB8AC3E}">
        <p14:creationId xmlns:p14="http://schemas.microsoft.com/office/powerpoint/2010/main" val="1829765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FBFB0-136E-A596-6417-1EBE7104A9D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DB135D-EE6D-0767-3107-20C0906300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AE075C-97DE-9AEF-0EF2-1590B86C81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0900E5-117C-A5E8-3C0A-9A18DC36B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1D71A-ACFB-3AAA-0816-B26DBC18E8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0BDC59-83F3-4873-A5A5-0645072C803C}"/>
              </a:ext>
            </a:extLst>
          </p:cNvPr>
          <p:cNvSpPr>
            <a:spLocks noGrp="1"/>
          </p:cNvSpPr>
          <p:nvPr>
            <p:ph type="dt" sz="half" idx="10"/>
          </p:nvPr>
        </p:nvSpPr>
        <p:spPr/>
        <p:txBody>
          <a:bodyPr/>
          <a:lstStyle/>
          <a:p>
            <a:fld id="{53DC9D4C-F171-4083-A82E-122CBC2E2090}" type="datetimeFigureOut">
              <a:rPr lang="en-US" smtClean="0"/>
              <a:t>11/8/2025</a:t>
            </a:fld>
            <a:endParaRPr lang="en-US"/>
          </a:p>
        </p:txBody>
      </p:sp>
      <p:sp>
        <p:nvSpPr>
          <p:cNvPr id="8" name="Footer Placeholder 7">
            <a:extLst>
              <a:ext uri="{FF2B5EF4-FFF2-40B4-BE49-F238E27FC236}">
                <a16:creationId xmlns:a16="http://schemas.microsoft.com/office/drawing/2014/main" id="{EC486F1A-C6E8-ACEA-1A67-6CD2B10D37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716BD9-1BDB-7013-AF09-A22940ACE5C6}"/>
              </a:ext>
            </a:extLst>
          </p:cNvPr>
          <p:cNvSpPr>
            <a:spLocks noGrp="1"/>
          </p:cNvSpPr>
          <p:nvPr>
            <p:ph type="sldNum" sz="quarter" idx="12"/>
          </p:nvPr>
        </p:nvSpPr>
        <p:spPr/>
        <p:txBody>
          <a:bodyPr/>
          <a:lstStyle/>
          <a:p>
            <a:fld id="{86B93AF8-531B-4BD6-8009-847A112AEBAD}" type="slidenum">
              <a:rPr lang="en-US" smtClean="0"/>
              <a:t>‹#›</a:t>
            </a:fld>
            <a:endParaRPr lang="en-US"/>
          </a:p>
        </p:txBody>
      </p:sp>
    </p:spTree>
    <p:extLst>
      <p:ext uri="{BB962C8B-B14F-4D97-AF65-F5344CB8AC3E}">
        <p14:creationId xmlns:p14="http://schemas.microsoft.com/office/powerpoint/2010/main" val="1049058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E8D79-F753-CB50-2264-DFDDCAACDA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76CC19-08C8-3DAE-123E-3F60A5363975}"/>
              </a:ext>
            </a:extLst>
          </p:cNvPr>
          <p:cNvSpPr>
            <a:spLocks noGrp="1"/>
          </p:cNvSpPr>
          <p:nvPr>
            <p:ph type="dt" sz="half" idx="10"/>
          </p:nvPr>
        </p:nvSpPr>
        <p:spPr/>
        <p:txBody>
          <a:bodyPr/>
          <a:lstStyle/>
          <a:p>
            <a:fld id="{53DC9D4C-F171-4083-A82E-122CBC2E2090}" type="datetimeFigureOut">
              <a:rPr lang="en-US" smtClean="0"/>
              <a:t>11/8/2025</a:t>
            </a:fld>
            <a:endParaRPr lang="en-US"/>
          </a:p>
        </p:txBody>
      </p:sp>
      <p:sp>
        <p:nvSpPr>
          <p:cNvPr id="4" name="Footer Placeholder 3">
            <a:extLst>
              <a:ext uri="{FF2B5EF4-FFF2-40B4-BE49-F238E27FC236}">
                <a16:creationId xmlns:a16="http://schemas.microsoft.com/office/drawing/2014/main" id="{C8B567A6-9EA6-84F2-48A5-01C1D2F4F7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06185AC-F080-21E5-F0DB-829F00F23C3B}"/>
              </a:ext>
            </a:extLst>
          </p:cNvPr>
          <p:cNvSpPr>
            <a:spLocks noGrp="1"/>
          </p:cNvSpPr>
          <p:nvPr>
            <p:ph type="sldNum" sz="quarter" idx="12"/>
          </p:nvPr>
        </p:nvSpPr>
        <p:spPr/>
        <p:txBody>
          <a:bodyPr/>
          <a:lstStyle/>
          <a:p>
            <a:fld id="{86B93AF8-531B-4BD6-8009-847A112AEBAD}" type="slidenum">
              <a:rPr lang="en-US" smtClean="0"/>
              <a:t>‹#›</a:t>
            </a:fld>
            <a:endParaRPr lang="en-US"/>
          </a:p>
        </p:txBody>
      </p:sp>
    </p:spTree>
    <p:extLst>
      <p:ext uri="{BB962C8B-B14F-4D97-AF65-F5344CB8AC3E}">
        <p14:creationId xmlns:p14="http://schemas.microsoft.com/office/powerpoint/2010/main" val="1644115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8DF1B8-97FB-6321-383A-9065BE5AAAFC}"/>
              </a:ext>
            </a:extLst>
          </p:cNvPr>
          <p:cNvSpPr>
            <a:spLocks noGrp="1"/>
          </p:cNvSpPr>
          <p:nvPr>
            <p:ph type="dt" sz="half" idx="10"/>
          </p:nvPr>
        </p:nvSpPr>
        <p:spPr/>
        <p:txBody>
          <a:bodyPr/>
          <a:lstStyle/>
          <a:p>
            <a:fld id="{53DC9D4C-F171-4083-A82E-122CBC2E2090}" type="datetimeFigureOut">
              <a:rPr lang="en-US" smtClean="0"/>
              <a:t>11/8/2025</a:t>
            </a:fld>
            <a:endParaRPr lang="en-US"/>
          </a:p>
        </p:txBody>
      </p:sp>
      <p:sp>
        <p:nvSpPr>
          <p:cNvPr id="3" name="Footer Placeholder 2">
            <a:extLst>
              <a:ext uri="{FF2B5EF4-FFF2-40B4-BE49-F238E27FC236}">
                <a16:creationId xmlns:a16="http://schemas.microsoft.com/office/drawing/2014/main" id="{F65A6B8C-D6D2-7317-90A9-AC41F62F50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E08EF7-6C6B-92C2-9067-DE70C4DA1AA0}"/>
              </a:ext>
            </a:extLst>
          </p:cNvPr>
          <p:cNvSpPr>
            <a:spLocks noGrp="1"/>
          </p:cNvSpPr>
          <p:nvPr>
            <p:ph type="sldNum" sz="quarter" idx="12"/>
          </p:nvPr>
        </p:nvSpPr>
        <p:spPr/>
        <p:txBody>
          <a:bodyPr/>
          <a:lstStyle/>
          <a:p>
            <a:fld id="{86B93AF8-531B-4BD6-8009-847A112AEBAD}" type="slidenum">
              <a:rPr lang="en-US" smtClean="0"/>
              <a:t>‹#›</a:t>
            </a:fld>
            <a:endParaRPr lang="en-US"/>
          </a:p>
        </p:txBody>
      </p:sp>
    </p:spTree>
    <p:extLst>
      <p:ext uri="{BB962C8B-B14F-4D97-AF65-F5344CB8AC3E}">
        <p14:creationId xmlns:p14="http://schemas.microsoft.com/office/powerpoint/2010/main" val="269619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E4F42-3BEA-C4A0-C5B1-492C7B50C1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46358D-8E26-2ADF-6E1E-21E31FACF9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55E40E-0979-79B4-0E44-B560BA97FA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045BC2-9C90-242E-2B18-F0408537F404}"/>
              </a:ext>
            </a:extLst>
          </p:cNvPr>
          <p:cNvSpPr>
            <a:spLocks noGrp="1"/>
          </p:cNvSpPr>
          <p:nvPr>
            <p:ph type="dt" sz="half" idx="10"/>
          </p:nvPr>
        </p:nvSpPr>
        <p:spPr/>
        <p:txBody>
          <a:bodyPr/>
          <a:lstStyle/>
          <a:p>
            <a:fld id="{53DC9D4C-F171-4083-A82E-122CBC2E2090}" type="datetimeFigureOut">
              <a:rPr lang="en-US" smtClean="0"/>
              <a:t>11/8/2025</a:t>
            </a:fld>
            <a:endParaRPr lang="en-US"/>
          </a:p>
        </p:txBody>
      </p:sp>
      <p:sp>
        <p:nvSpPr>
          <p:cNvPr id="6" name="Footer Placeholder 5">
            <a:extLst>
              <a:ext uri="{FF2B5EF4-FFF2-40B4-BE49-F238E27FC236}">
                <a16:creationId xmlns:a16="http://schemas.microsoft.com/office/drawing/2014/main" id="{FDFA6C59-F933-CD94-0E97-C99C157409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3061FC-C032-EA51-1FF6-7E4F3840D33B}"/>
              </a:ext>
            </a:extLst>
          </p:cNvPr>
          <p:cNvSpPr>
            <a:spLocks noGrp="1"/>
          </p:cNvSpPr>
          <p:nvPr>
            <p:ph type="sldNum" sz="quarter" idx="12"/>
          </p:nvPr>
        </p:nvSpPr>
        <p:spPr/>
        <p:txBody>
          <a:bodyPr/>
          <a:lstStyle/>
          <a:p>
            <a:fld id="{86B93AF8-531B-4BD6-8009-847A112AEBAD}" type="slidenum">
              <a:rPr lang="en-US" smtClean="0"/>
              <a:t>‹#›</a:t>
            </a:fld>
            <a:endParaRPr lang="en-US"/>
          </a:p>
        </p:txBody>
      </p:sp>
    </p:spTree>
    <p:extLst>
      <p:ext uri="{BB962C8B-B14F-4D97-AF65-F5344CB8AC3E}">
        <p14:creationId xmlns:p14="http://schemas.microsoft.com/office/powerpoint/2010/main" val="3203749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447B6-C092-27E6-BAD8-993DB0ABD2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75D45B-F61B-7BEA-6698-A919A2EADB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892143-AC67-F7F1-A747-331FA39666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6088E6-D6C9-65AD-738C-87627334FDC2}"/>
              </a:ext>
            </a:extLst>
          </p:cNvPr>
          <p:cNvSpPr>
            <a:spLocks noGrp="1"/>
          </p:cNvSpPr>
          <p:nvPr>
            <p:ph type="dt" sz="half" idx="10"/>
          </p:nvPr>
        </p:nvSpPr>
        <p:spPr/>
        <p:txBody>
          <a:bodyPr/>
          <a:lstStyle/>
          <a:p>
            <a:fld id="{53DC9D4C-F171-4083-A82E-122CBC2E2090}" type="datetimeFigureOut">
              <a:rPr lang="en-US" smtClean="0"/>
              <a:t>11/8/2025</a:t>
            </a:fld>
            <a:endParaRPr lang="en-US"/>
          </a:p>
        </p:txBody>
      </p:sp>
      <p:sp>
        <p:nvSpPr>
          <p:cNvPr id="6" name="Footer Placeholder 5">
            <a:extLst>
              <a:ext uri="{FF2B5EF4-FFF2-40B4-BE49-F238E27FC236}">
                <a16:creationId xmlns:a16="http://schemas.microsoft.com/office/drawing/2014/main" id="{614161D0-B98A-A3E3-DA51-CDCF9AFD6E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DAFF29-6700-E146-E28B-B4213153EB47}"/>
              </a:ext>
            </a:extLst>
          </p:cNvPr>
          <p:cNvSpPr>
            <a:spLocks noGrp="1"/>
          </p:cNvSpPr>
          <p:nvPr>
            <p:ph type="sldNum" sz="quarter" idx="12"/>
          </p:nvPr>
        </p:nvSpPr>
        <p:spPr/>
        <p:txBody>
          <a:bodyPr/>
          <a:lstStyle/>
          <a:p>
            <a:fld id="{86B93AF8-531B-4BD6-8009-847A112AEBAD}" type="slidenum">
              <a:rPr lang="en-US" smtClean="0"/>
              <a:t>‹#›</a:t>
            </a:fld>
            <a:endParaRPr lang="en-US"/>
          </a:p>
        </p:txBody>
      </p:sp>
    </p:spTree>
    <p:extLst>
      <p:ext uri="{BB962C8B-B14F-4D97-AF65-F5344CB8AC3E}">
        <p14:creationId xmlns:p14="http://schemas.microsoft.com/office/powerpoint/2010/main" val="739448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7F130-9C71-931F-1A38-1AF39FD948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42FCC9-E9D9-79B2-172B-CB0FB1E714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7CB398-F0C8-DF89-F3CB-A70A3F9552BC}"/>
              </a:ext>
            </a:extLst>
          </p:cNvPr>
          <p:cNvSpPr>
            <a:spLocks noGrp="1"/>
          </p:cNvSpPr>
          <p:nvPr>
            <p:ph type="dt" sz="half" idx="10"/>
          </p:nvPr>
        </p:nvSpPr>
        <p:spPr/>
        <p:txBody>
          <a:bodyPr/>
          <a:lstStyle/>
          <a:p>
            <a:fld id="{53DC9D4C-F171-4083-A82E-122CBC2E2090}" type="datetimeFigureOut">
              <a:rPr lang="en-US" smtClean="0"/>
              <a:t>11/8/2025</a:t>
            </a:fld>
            <a:endParaRPr lang="en-US"/>
          </a:p>
        </p:txBody>
      </p:sp>
      <p:sp>
        <p:nvSpPr>
          <p:cNvPr id="5" name="Footer Placeholder 4">
            <a:extLst>
              <a:ext uri="{FF2B5EF4-FFF2-40B4-BE49-F238E27FC236}">
                <a16:creationId xmlns:a16="http://schemas.microsoft.com/office/drawing/2014/main" id="{E6C5317C-D182-F400-505E-5AF2A2E0CF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DF934-B618-3EFC-7D45-133A294391F7}"/>
              </a:ext>
            </a:extLst>
          </p:cNvPr>
          <p:cNvSpPr>
            <a:spLocks noGrp="1"/>
          </p:cNvSpPr>
          <p:nvPr>
            <p:ph type="sldNum" sz="quarter" idx="12"/>
          </p:nvPr>
        </p:nvSpPr>
        <p:spPr/>
        <p:txBody>
          <a:bodyPr/>
          <a:lstStyle/>
          <a:p>
            <a:fld id="{86B93AF8-531B-4BD6-8009-847A112AEBAD}" type="slidenum">
              <a:rPr lang="en-US" smtClean="0"/>
              <a:t>‹#›</a:t>
            </a:fld>
            <a:endParaRPr lang="en-US"/>
          </a:p>
        </p:txBody>
      </p:sp>
    </p:spTree>
    <p:extLst>
      <p:ext uri="{BB962C8B-B14F-4D97-AF65-F5344CB8AC3E}">
        <p14:creationId xmlns:p14="http://schemas.microsoft.com/office/powerpoint/2010/main" val="2674589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87B13C-5799-89CB-6755-62BE1039C4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653696-7DB4-F7FF-6B0F-D7CD94CCA0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695383-646E-36ED-DBF9-1AB86697DFD4}"/>
              </a:ext>
            </a:extLst>
          </p:cNvPr>
          <p:cNvSpPr>
            <a:spLocks noGrp="1"/>
          </p:cNvSpPr>
          <p:nvPr>
            <p:ph type="dt" sz="half" idx="10"/>
          </p:nvPr>
        </p:nvSpPr>
        <p:spPr/>
        <p:txBody>
          <a:bodyPr/>
          <a:lstStyle/>
          <a:p>
            <a:fld id="{53DC9D4C-F171-4083-A82E-122CBC2E2090}" type="datetimeFigureOut">
              <a:rPr lang="en-US" smtClean="0"/>
              <a:t>11/8/2025</a:t>
            </a:fld>
            <a:endParaRPr lang="en-US"/>
          </a:p>
        </p:txBody>
      </p:sp>
      <p:sp>
        <p:nvSpPr>
          <p:cNvPr id="5" name="Footer Placeholder 4">
            <a:extLst>
              <a:ext uri="{FF2B5EF4-FFF2-40B4-BE49-F238E27FC236}">
                <a16:creationId xmlns:a16="http://schemas.microsoft.com/office/drawing/2014/main" id="{3D5561AF-8983-D6CD-303D-6EB644F0F6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B35A93-DA17-8010-BA43-DCBCF57CE7CE}"/>
              </a:ext>
            </a:extLst>
          </p:cNvPr>
          <p:cNvSpPr>
            <a:spLocks noGrp="1"/>
          </p:cNvSpPr>
          <p:nvPr>
            <p:ph type="sldNum" sz="quarter" idx="12"/>
          </p:nvPr>
        </p:nvSpPr>
        <p:spPr/>
        <p:txBody>
          <a:bodyPr/>
          <a:lstStyle/>
          <a:p>
            <a:fld id="{86B93AF8-531B-4BD6-8009-847A112AEBAD}" type="slidenum">
              <a:rPr lang="en-US" smtClean="0"/>
              <a:t>‹#›</a:t>
            </a:fld>
            <a:endParaRPr lang="en-US"/>
          </a:p>
        </p:txBody>
      </p:sp>
    </p:spTree>
    <p:extLst>
      <p:ext uri="{BB962C8B-B14F-4D97-AF65-F5344CB8AC3E}">
        <p14:creationId xmlns:p14="http://schemas.microsoft.com/office/powerpoint/2010/main" val="3833540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4293C6-42AA-9A8B-743D-7ECAAAA1C2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1E8B2C-EBE5-482C-1FE7-F3B70FC4E8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46075D-2249-91AE-D57D-8A8AB46BD3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DC9D4C-F171-4083-A82E-122CBC2E2090}" type="datetimeFigureOut">
              <a:rPr lang="en-US" smtClean="0"/>
              <a:t>11/8/2025</a:t>
            </a:fld>
            <a:endParaRPr lang="en-US"/>
          </a:p>
        </p:txBody>
      </p:sp>
      <p:sp>
        <p:nvSpPr>
          <p:cNvPr id="5" name="Footer Placeholder 4">
            <a:extLst>
              <a:ext uri="{FF2B5EF4-FFF2-40B4-BE49-F238E27FC236}">
                <a16:creationId xmlns:a16="http://schemas.microsoft.com/office/drawing/2014/main" id="{C57C92AA-30F8-DD60-2EE9-BBFCC44493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EBD0E44-5154-980E-3E3B-FC7194880F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B93AF8-531B-4BD6-8009-847A112AEBAD}" type="slidenum">
              <a:rPr lang="en-US" smtClean="0"/>
              <a:t>‹#›</a:t>
            </a:fld>
            <a:endParaRPr lang="en-US"/>
          </a:p>
        </p:txBody>
      </p:sp>
    </p:spTree>
    <p:extLst>
      <p:ext uri="{BB962C8B-B14F-4D97-AF65-F5344CB8AC3E}">
        <p14:creationId xmlns:p14="http://schemas.microsoft.com/office/powerpoint/2010/main" val="883976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ambitionbox.com/listcompanies?campaign=desktop_nav"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23D80C-922B-9FA1-EF96-BCD889408B91}"/>
              </a:ext>
            </a:extLst>
          </p:cNvPr>
          <p:cNvPicPr>
            <a:picLocks noChangeAspect="1"/>
          </p:cNvPicPr>
          <p:nvPr/>
        </p:nvPicPr>
        <p:blipFill>
          <a:blip r:embed="rId2"/>
          <a:stretch>
            <a:fillRect/>
          </a:stretch>
        </p:blipFill>
        <p:spPr>
          <a:xfrm>
            <a:off x="363793" y="125361"/>
            <a:ext cx="11680723" cy="6607277"/>
          </a:xfrm>
          <a:prstGeom prst="rect">
            <a:avLst/>
          </a:prstGeom>
        </p:spPr>
      </p:pic>
    </p:spTree>
    <p:extLst>
      <p:ext uri="{BB962C8B-B14F-4D97-AF65-F5344CB8AC3E}">
        <p14:creationId xmlns:p14="http://schemas.microsoft.com/office/powerpoint/2010/main" val="337355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1B2A7-1BEA-47B3-0988-20A8F8B473B0}"/>
              </a:ext>
            </a:extLst>
          </p:cNvPr>
          <p:cNvSpPr>
            <a:spLocks noGrp="1"/>
          </p:cNvSpPr>
          <p:nvPr>
            <p:ph type="ctrTitle"/>
          </p:nvPr>
        </p:nvSpPr>
        <p:spPr>
          <a:xfrm>
            <a:off x="1524000" y="147484"/>
            <a:ext cx="9144000" cy="1170039"/>
          </a:xfrm>
        </p:spPr>
        <p:txBody>
          <a:bodyPr>
            <a:normAutofit fontScale="90000"/>
          </a:bodyPr>
          <a:lstStyle/>
          <a:p>
            <a:r>
              <a:rPr lang="en-IN" sz="4000" b="1" dirty="0">
                <a:solidFill>
                  <a:srgbClr val="FF0000"/>
                </a:solidFill>
                <a:latin typeface="+mn-lt"/>
                <a:ea typeface="Lato Black"/>
                <a:cs typeface="Lato Black"/>
                <a:sym typeface="Lato Black"/>
              </a:rPr>
              <a:t>About me</a:t>
            </a:r>
            <a:br>
              <a:rPr lang="en-IN" sz="4000" b="1" i="0" u="none" strike="noStrike" cap="none" dirty="0">
                <a:solidFill>
                  <a:srgbClr val="FF0000"/>
                </a:solidFill>
                <a:latin typeface="+mn-lt"/>
                <a:ea typeface="Calibri"/>
                <a:cs typeface="Calibri"/>
                <a:sym typeface="Calibri"/>
              </a:rPr>
            </a:br>
            <a:endParaRPr lang="en-US" sz="4000" b="1" dirty="0">
              <a:latin typeface="+mn-lt"/>
            </a:endParaRPr>
          </a:p>
        </p:txBody>
      </p:sp>
      <p:sp>
        <p:nvSpPr>
          <p:cNvPr id="3" name="Subtitle 2">
            <a:extLst>
              <a:ext uri="{FF2B5EF4-FFF2-40B4-BE49-F238E27FC236}">
                <a16:creationId xmlns:a16="http://schemas.microsoft.com/office/drawing/2014/main" id="{D36A5789-2ED9-A256-D960-1D836BC1121F}"/>
              </a:ext>
            </a:extLst>
          </p:cNvPr>
          <p:cNvSpPr>
            <a:spLocks noGrp="1"/>
          </p:cNvSpPr>
          <p:nvPr>
            <p:ph type="subTitle" idx="1"/>
          </p:nvPr>
        </p:nvSpPr>
        <p:spPr>
          <a:xfrm>
            <a:off x="540774" y="1071717"/>
            <a:ext cx="11444748" cy="4965290"/>
          </a:xfrm>
        </p:spPr>
        <p:txBody>
          <a:bodyPr/>
          <a:lstStyle/>
          <a:p>
            <a:endParaRPr lang="en-US" dirty="0"/>
          </a:p>
          <a:p>
            <a:r>
              <a:rPr lang="en-US" dirty="0"/>
              <a:t>“ I’m Sripada Jain, a </a:t>
            </a:r>
            <a:r>
              <a:rPr lang="en-US" dirty="0" err="1"/>
              <a:t>B.Tech</a:t>
            </a:r>
            <a:r>
              <a:rPr lang="en-US" dirty="0"/>
              <a:t> graduate in Mechanical Engineering from CMR College of Engineering and Technology.”</a:t>
            </a:r>
          </a:p>
          <a:p>
            <a:endParaRPr lang="en-US" b="1" dirty="0"/>
          </a:p>
          <a:p>
            <a:r>
              <a:rPr lang="en-US" dirty="0"/>
              <a:t>“I’m passionate about using data to solve real-world problems. During my studies, I developed an interest in analytical thinking and working with data-driven tools. Data Science combines logic, technology, and business insights, and I believe it’s the right field to apply my analytical mindset and grow my career in a technology-driven domain.”</a:t>
            </a:r>
          </a:p>
        </p:txBody>
      </p:sp>
      <p:pic>
        <p:nvPicPr>
          <p:cNvPr id="5" name="Picture 4">
            <a:extLst>
              <a:ext uri="{FF2B5EF4-FFF2-40B4-BE49-F238E27FC236}">
                <a16:creationId xmlns:a16="http://schemas.microsoft.com/office/drawing/2014/main" id="{58C01AE7-742D-6B5D-907E-1D5F7E692436}"/>
              </a:ext>
            </a:extLst>
          </p:cNvPr>
          <p:cNvPicPr>
            <a:picLocks noChangeAspect="1"/>
          </p:cNvPicPr>
          <p:nvPr/>
        </p:nvPicPr>
        <p:blipFill>
          <a:blip r:embed="rId2"/>
          <a:stretch>
            <a:fillRect/>
          </a:stretch>
        </p:blipFill>
        <p:spPr>
          <a:xfrm>
            <a:off x="9486797" y="5791200"/>
            <a:ext cx="2528222" cy="919316"/>
          </a:xfrm>
          <a:prstGeom prst="rect">
            <a:avLst/>
          </a:prstGeom>
        </p:spPr>
      </p:pic>
    </p:spTree>
    <p:extLst>
      <p:ext uri="{BB962C8B-B14F-4D97-AF65-F5344CB8AC3E}">
        <p14:creationId xmlns:p14="http://schemas.microsoft.com/office/powerpoint/2010/main" val="1790185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F2D2F-FAC3-23D9-A246-AB4D0A9F58ED}"/>
              </a:ext>
            </a:extLst>
          </p:cNvPr>
          <p:cNvSpPr>
            <a:spLocks noGrp="1"/>
          </p:cNvSpPr>
          <p:nvPr>
            <p:ph type="title"/>
          </p:nvPr>
        </p:nvSpPr>
        <p:spPr>
          <a:xfrm>
            <a:off x="1160207" y="119319"/>
            <a:ext cx="2399071" cy="686927"/>
          </a:xfrm>
        </p:spPr>
        <p:txBody>
          <a:bodyPr>
            <a:normAutofit/>
          </a:bodyPr>
          <a:lstStyle/>
          <a:p>
            <a:pPr algn="ctr"/>
            <a:r>
              <a:rPr lang="en-US" sz="3200" b="1" dirty="0">
                <a:solidFill>
                  <a:srgbClr val="FF0000"/>
                </a:solidFill>
                <a:latin typeface="+mn-lt"/>
              </a:rPr>
              <a:t>AGENDA</a:t>
            </a:r>
          </a:p>
        </p:txBody>
      </p:sp>
      <p:sp>
        <p:nvSpPr>
          <p:cNvPr id="3" name="Content Placeholder 2">
            <a:extLst>
              <a:ext uri="{FF2B5EF4-FFF2-40B4-BE49-F238E27FC236}">
                <a16:creationId xmlns:a16="http://schemas.microsoft.com/office/drawing/2014/main" id="{3F154848-DEFE-2575-9326-437678ADB124}"/>
              </a:ext>
            </a:extLst>
          </p:cNvPr>
          <p:cNvSpPr>
            <a:spLocks noGrp="1"/>
          </p:cNvSpPr>
          <p:nvPr>
            <p:ph idx="1"/>
          </p:nvPr>
        </p:nvSpPr>
        <p:spPr>
          <a:xfrm>
            <a:off x="838200" y="1179871"/>
            <a:ext cx="10515600" cy="4997092"/>
          </a:xfrm>
        </p:spPr>
        <p:txBody>
          <a:bodyPr>
            <a:normAutofit fontScale="92500" lnSpcReduction="10000"/>
          </a:bodyPr>
          <a:lstStyle/>
          <a:p>
            <a:r>
              <a:rPr lang="en-US" dirty="0"/>
              <a:t>Problem Statement</a:t>
            </a:r>
          </a:p>
          <a:p>
            <a:r>
              <a:rPr lang="en-US" dirty="0"/>
              <a:t>Objective</a:t>
            </a:r>
          </a:p>
          <a:p>
            <a:r>
              <a:rPr lang="en-US" dirty="0"/>
              <a:t>Web Scrapping Details - </a:t>
            </a:r>
            <a:r>
              <a:rPr lang="en-US" sz="2400" dirty="0"/>
              <a:t>(Website ,Tools used , Steps)</a:t>
            </a:r>
          </a:p>
          <a:p>
            <a:r>
              <a:rPr lang="en-US" dirty="0"/>
              <a:t>Summary Of Data</a:t>
            </a:r>
          </a:p>
          <a:p>
            <a:r>
              <a:rPr lang="en-IN" dirty="0"/>
              <a:t>Exploratory Data Analysis (EDA)</a:t>
            </a:r>
          </a:p>
          <a:p>
            <a:r>
              <a:rPr lang="en-IN" dirty="0"/>
              <a:t>Data Cleaning Process</a:t>
            </a:r>
          </a:p>
          <a:p>
            <a:r>
              <a:rPr lang="en-US" dirty="0"/>
              <a:t>Data Manipulation</a:t>
            </a:r>
            <a:endParaRPr lang="en-IN" dirty="0"/>
          </a:p>
          <a:p>
            <a:r>
              <a:rPr lang="en-IN" dirty="0"/>
              <a:t>Univariate Analysis </a:t>
            </a:r>
          </a:p>
          <a:p>
            <a:r>
              <a:rPr lang="en-US" dirty="0"/>
              <a:t>Bivariate Analysis</a:t>
            </a:r>
          </a:p>
          <a:p>
            <a:r>
              <a:rPr lang="en-US" dirty="0"/>
              <a:t>Experience and Challenges</a:t>
            </a:r>
          </a:p>
          <a:p>
            <a:r>
              <a:rPr lang="en-US" dirty="0"/>
              <a:t>Conclusion</a:t>
            </a:r>
          </a:p>
          <a:p>
            <a:endParaRPr lang="en-IN" dirty="0"/>
          </a:p>
          <a:p>
            <a:endParaRPr lang="en-US" dirty="0"/>
          </a:p>
          <a:p>
            <a:endParaRPr lang="en-US" dirty="0"/>
          </a:p>
          <a:p>
            <a:endParaRPr lang="en-US" dirty="0"/>
          </a:p>
        </p:txBody>
      </p:sp>
    </p:spTree>
    <p:extLst>
      <p:ext uri="{BB962C8B-B14F-4D97-AF65-F5344CB8AC3E}">
        <p14:creationId xmlns:p14="http://schemas.microsoft.com/office/powerpoint/2010/main" val="330738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B9E17-C660-D1CA-7B28-98985EEEB8A4}"/>
              </a:ext>
            </a:extLst>
          </p:cNvPr>
          <p:cNvSpPr>
            <a:spLocks noGrp="1"/>
          </p:cNvSpPr>
          <p:nvPr>
            <p:ph type="title"/>
          </p:nvPr>
        </p:nvSpPr>
        <p:spPr>
          <a:xfrm>
            <a:off x="1060655" y="325796"/>
            <a:ext cx="10515600" cy="1001559"/>
          </a:xfrm>
        </p:spPr>
        <p:txBody>
          <a:bodyPr>
            <a:normAutofit/>
          </a:bodyPr>
          <a:lstStyle/>
          <a:p>
            <a:r>
              <a:rPr lang="en-US" sz="3600" b="1" dirty="0">
                <a:solidFill>
                  <a:srgbClr val="FF0000"/>
                </a:solidFill>
                <a:latin typeface="+mn-lt"/>
              </a:rPr>
              <a:t>Problem</a:t>
            </a:r>
            <a:r>
              <a:rPr lang="en-US" sz="3600" b="1" dirty="0">
                <a:latin typeface="+mn-lt"/>
              </a:rPr>
              <a:t> </a:t>
            </a:r>
            <a:r>
              <a:rPr lang="en-US" sz="3600" b="1" dirty="0">
                <a:solidFill>
                  <a:srgbClr val="FF0000"/>
                </a:solidFill>
                <a:latin typeface="+mn-lt"/>
              </a:rPr>
              <a:t>Statement</a:t>
            </a:r>
            <a:endParaRPr lang="en-US" sz="3600" dirty="0">
              <a:solidFill>
                <a:srgbClr val="FF0000"/>
              </a:solidFill>
              <a:latin typeface="+mn-lt"/>
            </a:endParaRPr>
          </a:p>
        </p:txBody>
      </p:sp>
      <p:sp>
        <p:nvSpPr>
          <p:cNvPr id="3" name="Content Placeholder 2">
            <a:extLst>
              <a:ext uri="{FF2B5EF4-FFF2-40B4-BE49-F238E27FC236}">
                <a16:creationId xmlns:a16="http://schemas.microsoft.com/office/drawing/2014/main" id="{22E84BBE-43E7-737F-66A6-9BFD72A84D03}"/>
              </a:ext>
            </a:extLst>
          </p:cNvPr>
          <p:cNvSpPr>
            <a:spLocks noGrp="1"/>
          </p:cNvSpPr>
          <p:nvPr>
            <p:ph idx="1"/>
          </p:nvPr>
        </p:nvSpPr>
        <p:spPr>
          <a:xfrm>
            <a:off x="838200" y="1474839"/>
            <a:ext cx="10960510" cy="4702124"/>
          </a:xfrm>
        </p:spPr>
        <p:txBody>
          <a:bodyPr/>
          <a:lstStyle/>
          <a:p>
            <a:r>
              <a:rPr lang="en-US" sz="2400" dirty="0"/>
              <a:t>This Project analyzes the top 500 companies listed on Ambition Box to uncover real-time hiring trends, employee sentiment, and workplace satisfaction across industries in India. It examines how promotions impact work satisfaction, identifies top industries for job security, and highlights companies leading in job openings, ratings, and employee reviews.</a:t>
            </a:r>
          </a:p>
          <a:p>
            <a:pPr marL="0" indent="0">
              <a:buNone/>
            </a:pPr>
            <a:endParaRPr lang="en-US" sz="2400" dirty="0"/>
          </a:p>
          <a:p>
            <a:r>
              <a:rPr lang="en-US" sz="2400" dirty="0"/>
              <a:t>The goal is to help job seekers and stakeholders understand where top opportunities exist.</a:t>
            </a:r>
            <a:endParaRPr lang="en-IN" sz="2400" dirty="0"/>
          </a:p>
          <a:p>
            <a:pPr marL="0" indent="0">
              <a:buNone/>
            </a:pPr>
            <a:endParaRPr lang="en-US" dirty="0"/>
          </a:p>
        </p:txBody>
      </p:sp>
      <p:pic>
        <p:nvPicPr>
          <p:cNvPr id="5" name="Picture 4">
            <a:extLst>
              <a:ext uri="{FF2B5EF4-FFF2-40B4-BE49-F238E27FC236}">
                <a16:creationId xmlns:a16="http://schemas.microsoft.com/office/drawing/2014/main" id="{2285CA96-BC45-DF2D-2B49-51EC1F363180}"/>
              </a:ext>
            </a:extLst>
          </p:cNvPr>
          <p:cNvPicPr>
            <a:picLocks noChangeAspect="1"/>
          </p:cNvPicPr>
          <p:nvPr/>
        </p:nvPicPr>
        <p:blipFill>
          <a:blip r:embed="rId2"/>
          <a:stretch>
            <a:fillRect/>
          </a:stretch>
        </p:blipFill>
        <p:spPr>
          <a:xfrm>
            <a:off x="9742436" y="5980291"/>
            <a:ext cx="2370906" cy="774470"/>
          </a:xfrm>
          <a:prstGeom prst="rect">
            <a:avLst/>
          </a:prstGeom>
        </p:spPr>
      </p:pic>
    </p:spTree>
    <p:extLst>
      <p:ext uri="{BB962C8B-B14F-4D97-AF65-F5344CB8AC3E}">
        <p14:creationId xmlns:p14="http://schemas.microsoft.com/office/powerpoint/2010/main" val="2597787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CA0BF-707C-0F0F-384E-CACB8248ED8F}"/>
              </a:ext>
            </a:extLst>
          </p:cNvPr>
          <p:cNvSpPr>
            <a:spLocks noGrp="1"/>
          </p:cNvSpPr>
          <p:nvPr>
            <p:ph type="title"/>
          </p:nvPr>
        </p:nvSpPr>
        <p:spPr>
          <a:xfrm>
            <a:off x="1182329" y="309716"/>
            <a:ext cx="10515600" cy="1325563"/>
          </a:xfrm>
        </p:spPr>
        <p:txBody>
          <a:bodyPr>
            <a:normAutofit/>
          </a:bodyPr>
          <a:lstStyle/>
          <a:p>
            <a:r>
              <a:rPr lang="en-US" sz="3600" b="1" dirty="0">
                <a:solidFill>
                  <a:srgbClr val="FF0000"/>
                </a:solidFill>
                <a:latin typeface="+mn-lt"/>
              </a:rPr>
              <a:t>Objective</a:t>
            </a:r>
            <a:endParaRPr lang="en-US" sz="3600" dirty="0">
              <a:solidFill>
                <a:srgbClr val="FF0000"/>
              </a:solidFill>
              <a:latin typeface="+mn-lt"/>
            </a:endParaRPr>
          </a:p>
        </p:txBody>
      </p:sp>
      <p:sp>
        <p:nvSpPr>
          <p:cNvPr id="3" name="Content Placeholder 2">
            <a:extLst>
              <a:ext uri="{FF2B5EF4-FFF2-40B4-BE49-F238E27FC236}">
                <a16:creationId xmlns:a16="http://schemas.microsoft.com/office/drawing/2014/main" id="{18A61DA8-A4BC-6ACD-B31A-D3270ECBC68B}"/>
              </a:ext>
            </a:extLst>
          </p:cNvPr>
          <p:cNvSpPr>
            <a:spLocks noGrp="1"/>
          </p:cNvSpPr>
          <p:nvPr>
            <p:ph idx="1"/>
          </p:nvPr>
        </p:nvSpPr>
        <p:spPr/>
        <p:txBody>
          <a:bodyPr/>
          <a:lstStyle/>
          <a:p>
            <a:pPr marL="285750" indent="-285750"/>
            <a:r>
              <a:rPr lang="en-US" dirty="0"/>
              <a:t>Scrape company listings from Ambition Box (Top 500).</a:t>
            </a:r>
          </a:p>
          <a:p>
            <a:pPr marL="285750" indent="-285750"/>
            <a:r>
              <a:rPr lang="en-US" dirty="0"/>
              <a:t>Clean, structure, and prepare data for analysis.</a:t>
            </a:r>
          </a:p>
          <a:p>
            <a:pPr marL="285750" indent="-285750"/>
            <a:r>
              <a:rPr lang="en-US" dirty="0"/>
              <a:t>Deliver actionable insights for job seekers and recruiters.</a:t>
            </a:r>
            <a:endParaRPr lang="en-IN" dirty="0"/>
          </a:p>
          <a:p>
            <a:pPr marL="0" indent="0">
              <a:buNone/>
            </a:pPr>
            <a:endParaRPr lang="en-US" dirty="0"/>
          </a:p>
        </p:txBody>
      </p:sp>
      <p:pic>
        <p:nvPicPr>
          <p:cNvPr id="5" name="Picture 4">
            <a:extLst>
              <a:ext uri="{FF2B5EF4-FFF2-40B4-BE49-F238E27FC236}">
                <a16:creationId xmlns:a16="http://schemas.microsoft.com/office/drawing/2014/main" id="{A7807B92-33E5-EC5E-DC68-E8B763DB7103}"/>
              </a:ext>
            </a:extLst>
          </p:cNvPr>
          <p:cNvPicPr>
            <a:picLocks noChangeAspect="1"/>
          </p:cNvPicPr>
          <p:nvPr/>
        </p:nvPicPr>
        <p:blipFill>
          <a:blip r:embed="rId2"/>
          <a:stretch>
            <a:fillRect/>
          </a:stretch>
        </p:blipFill>
        <p:spPr>
          <a:xfrm>
            <a:off x="9703107" y="5840361"/>
            <a:ext cx="2362405" cy="865239"/>
          </a:xfrm>
          <a:prstGeom prst="rect">
            <a:avLst/>
          </a:prstGeom>
        </p:spPr>
      </p:pic>
    </p:spTree>
    <p:extLst>
      <p:ext uri="{BB962C8B-B14F-4D97-AF65-F5344CB8AC3E}">
        <p14:creationId xmlns:p14="http://schemas.microsoft.com/office/powerpoint/2010/main" val="3336197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8E2EE-DF44-2B46-DD3A-BF595E400C83}"/>
              </a:ext>
            </a:extLst>
          </p:cNvPr>
          <p:cNvSpPr>
            <a:spLocks noGrp="1"/>
          </p:cNvSpPr>
          <p:nvPr>
            <p:ph type="title"/>
          </p:nvPr>
        </p:nvSpPr>
        <p:spPr>
          <a:xfrm>
            <a:off x="602226" y="132735"/>
            <a:ext cx="10515600" cy="834410"/>
          </a:xfrm>
        </p:spPr>
        <p:txBody>
          <a:bodyPr>
            <a:normAutofit/>
          </a:bodyPr>
          <a:lstStyle/>
          <a:p>
            <a:pPr algn="ctr"/>
            <a:r>
              <a:rPr lang="en-US" sz="3600" b="1" dirty="0">
                <a:solidFill>
                  <a:srgbClr val="FF0000"/>
                </a:solidFill>
                <a:latin typeface="+mn-lt"/>
              </a:rPr>
              <a:t>Web Scraping Process</a:t>
            </a:r>
          </a:p>
        </p:txBody>
      </p:sp>
      <p:sp>
        <p:nvSpPr>
          <p:cNvPr id="3" name="Content Placeholder 2">
            <a:extLst>
              <a:ext uri="{FF2B5EF4-FFF2-40B4-BE49-F238E27FC236}">
                <a16:creationId xmlns:a16="http://schemas.microsoft.com/office/drawing/2014/main" id="{4FA23135-A5D4-DFDB-A15E-4E6E1BE89348}"/>
              </a:ext>
            </a:extLst>
          </p:cNvPr>
          <p:cNvSpPr>
            <a:spLocks noGrp="1"/>
          </p:cNvSpPr>
          <p:nvPr>
            <p:ph idx="1"/>
          </p:nvPr>
        </p:nvSpPr>
        <p:spPr>
          <a:xfrm>
            <a:off x="176981" y="1366684"/>
            <a:ext cx="11749547" cy="4810279"/>
          </a:xfrm>
        </p:spPr>
        <p:txBody>
          <a:bodyPr/>
          <a:lstStyle/>
          <a:p>
            <a:r>
              <a:rPr lang="en-US" dirty="0">
                <a:solidFill>
                  <a:srgbClr val="FF0000"/>
                </a:solidFill>
              </a:rPr>
              <a:t>Website:</a:t>
            </a:r>
            <a:r>
              <a:rPr lang="en-US" dirty="0"/>
              <a:t> </a:t>
            </a:r>
            <a:r>
              <a:rPr lang="en-US" dirty="0">
                <a:hlinkClick r:id="rId2"/>
              </a:rPr>
              <a:t>https://www.ambitionbox.com/listcompanies?campaign=desktop_nav</a:t>
            </a:r>
            <a:endParaRPr lang="en-US" dirty="0"/>
          </a:p>
          <a:p>
            <a:r>
              <a:rPr lang="en-US" dirty="0">
                <a:solidFill>
                  <a:srgbClr val="FF0000"/>
                </a:solidFill>
              </a:rPr>
              <a:t>Tools Used: </a:t>
            </a:r>
            <a:r>
              <a:rPr lang="en-US" dirty="0"/>
              <a:t>Python, Beautiful Soup, Requests, Pandas ,seaborn</a:t>
            </a:r>
          </a:p>
          <a:p>
            <a:r>
              <a:rPr lang="en-US" dirty="0">
                <a:solidFill>
                  <a:srgbClr val="FF0000"/>
                </a:solidFill>
              </a:rPr>
              <a:t>Steps:</a:t>
            </a:r>
          </a:p>
          <a:p>
            <a:r>
              <a:rPr lang="en-US" dirty="0"/>
              <a:t>Import required libraries (requests, Beautiful Soup, pandas, seaborn).</a:t>
            </a:r>
          </a:p>
          <a:p>
            <a:r>
              <a:rPr lang="en-US" dirty="0"/>
              <a:t>Send an HTTP request to the website URL using </a:t>
            </a:r>
            <a:r>
              <a:rPr lang="en-US" dirty="0" err="1"/>
              <a:t>requests.get</a:t>
            </a:r>
            <a:r>
              <a:rPr lang="en-US" dirty="0"/>
              <a:t> ().</a:t>
            </a:r>
          </a:p>
          <a:p>
            <a:r>
              <a:rPr lang="en-US" dirty="0"/>
              <a:t>Parse the webpage content using Beautiful Soup.</a:t>
            </a:r>
          </a:p>
          <a:p>
            <a:r>
              <a:rPr lang="en-US" dirty="0"/>
              <a:t>Store the extracted data into a pandas Data Frame.</a:t>
            </a:r>
          </a:p>
          <a:p>
            <a:r>
              <a:rPr lang="en-US" dirty="0"/>
              <a:t>Clean, </a:t>
            </a:r>
            <a:r>
              <a:rPr lang="en-US" dirty="0" err="1"/>
              <a:t>analyze,visualize</a:t>
            </a:r>
            <a:r>
              <a:rPr lang="en-US" dirty="0"/>
              <a:t> and Export the final dataset to a CSV file.</a:t>
            </a:r>
          </a:p>
        </p:txBody>
      </p:sp>
      <p:pic>
        <p:nvPicPr>
          <p:cNvPr id="5" name="Picture 4">
            <a:extLst>
              <a:ext uri="{FF2B5EF4-FFF2-40B4-BE49-F238E27FC236}">
                <a16:creationId xmlns:a16="http://schemas.microsoft.com/office/drawing/2014/main" id="{9E3E7DE9-F551-4D2D-02F3-6D9C4933DEDC}"/>
              </a:ext>
            </a:extLst>
          </p:cNvPr>
          <p:cNvPicPr>
            <a:picLocks noChangeAspect="1"/>
          </p:cNvPicPr>
          <p:nvPr/>
        </p:nvPicPr>
        <p:blipFill>
          <a:blip r:embed="rId3"/>
          <a:stretch>
            <a:fillRect/>
          </a:stretch>
        </p:blipFill>
        <p:spPr>
          <a:xfrm>
            <a:off x="9652614" y="5820698"/>
            <a:ext cx="2362405" cy="904567"/>
          </a:xfrm>
          <a:prstGeom prst="rect">
            <a:avLst/>
          </a:prstGeom>
        </p:spPr>
      </p:pic>
    </p:spTree>
    <p:extLst>
      <p:ext uri="{BB962C8B-B14F-4D97-AF65-F5344CB8AC3E}">
        <p14:creationId xmlns:p14="http://schemas.microsoft.com/office/powerpoint/2010/main" val="1330745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53F081-2600-87E7-E0FC-C367B2A259E0}"/>
              </a:ext>
            </a:extLst>
          </p:cNvPr>
          <p:cNvPicPr>
            <a:picLocks noChangeAspect="1"/>
          </p:cNvPicPr>
          <p:nvPr/>
        </p:nvPicPr>
        <p:blipFill>
          <a:blip r:embed="rId2"/>
          <a:stretch>
            <a:fillRect/>
          </a:stretch>
        </p:blipFill>
        <p:spPr>
          <a:xfrm>
            <a:off x="147485" y="0"/>
            <a:ext cx="6912076" cy="6858000"/>
          </a:xfrm>
          <a:prstGeom prst="rect">
            <a:avLst/>
          </a:prstGeom>
        </p:spPr>
      </p:pic>
      <p:pic>
        <p:nvPicPr>
          <p:cNvPr id="5" name="Picture 4">
            <a:extLst>
              <a:ext uri="{FF2B5EF4-FFF2-40B4-BE49-F238E27FC236}">
                <a16:creationId xmlns:a16="http://schemas.microsoft.com/office/drawing/2014/main" id="{7F1899E1-105B-EC91-E5FB-09194D7B8714}"/>
              </a:ext>
            </a:extLst>
          </p:cNvPr>
          <p:cNvPicPr>
            <a:picLocks noChangeAspect="1"/>
          </p:cNvPicPr>
          <p:nvPr/>
        </p:nvPicPr>
        <p:blipFill>
          <a:blip r:embed="rId3"/>
          <a:stretch>
            <a:fillRect/>
          </a:stretch>
        </p:blipFill>
        <p:spPr>
          <a:xfrm>
            <a:off x="7207045" y="78658"/>
            <a:ext cx="4837469" cy="6037007"/>
          </a:xfrm>
          <a:prstGeom prst="rect">
            <a:avLst/>
          </a:prstGeom>
        </p:spPr>
      </p:pic>
      <p:pic>
        <p:nvPicPr>
          <p:cNvPr id="4" name="Picture 3">
            <a:extLst>
              <a:ext uri="{FF2B5EF4-FFF2-40B4-BE49-F238E27FC236}">
                <a16:creationId xmlns:a16="http://schemas.microsoft.com/office/drawing/2014/main" id="{FE798F67-599B-9C29-1E65-FC4A2EA944A7}"/>
              </a:ext>
            </a:extLst>
          </p:cNvPr>
          <p:cNvPicPr>
            <a:picLocks noChangeAspect="1"/>
          </p:cNvPicPr>
          <p:nvPr/>
        </p:nvPicPr>
        <p:blipFill>
          <a:blip r:embed="rId4"/>
          <a:stretch>
            <a:fillRect/>
          </a:stretch>
        </p:blipFill>
        <p:spPr>
          <a:xfrm>
            <a:off x="9711606" y="6115665"/>
            <a:ext cx="2362405" cy="609653"/>
          </a:xfrm>
          <a:prstGeom prst="rect">
            <a:avLst/>
          </a:prstGeom>
        </p:spPr>
      </p:pic>
    </p:spTree>
    <p:extLst>
      <p:ext uri="{BB962C8B-B14F-4D97-AF65-F5344CB8AC3E}">
        <p14:creationId xmlns:p14="http://schemas.microsoft.com/office/powerpoint/2010/main" val="2497202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3E810-9C81-0333-04FD-9EEA1507F943}"/>
              </a:ext>
            </a:extLst>
          </p:cNvPr>
          <p:cNvSpPr>
            <a:spLocks noGrp="1"/>
          </p:cNvSpPr>
          <p:nvPr>
            <p:ph type="title"/>
          </p:nvPr>
        </p:nvSpPr>
        <p:spPr>
          <a:xfrm>
            <a:off x="621967" y="69492"/>
            <a:ext cx="10515600" cy="628598"/>
          </a:xfrm>
        </p:spPr>
        <p:txBody>
          <a:bodyPr>
            <a:normAutofit fontScale="90000"/>
          </a:bodyPr>
          <a:lstStyle/>
          <a:p>
            <a:r>
              <a:rPr lang="en-US" b="1" dirty="0">
                <a:solidFill>
                  <a:srgbClr val="FF0000"/>
                </a:solidFill>
              </a:rPr>
              <a:t>Summary of the Data</a:t>
            </a:r>
            <a:endParaRPr lang="en-US" dirty="0">
              <a:solidFill>
                <a:srgbClr val="FF0000"/>
              </a:solidFill>
            </a:endParaRPr>
          </a:p>
        </p:txBody>
      </p:sp>
      <p:pic>
        <p:nvPicPr>
          <p:cNvPr id="5" name="Content Placeholder 4">
            <a:extLst>
              <a:ext uri="{FF2B5EF4-FFF2-40B4-BE49-F238E27FC236}">
                <a16:creationId xmlns:a16="http://schemas.microsoft.com/office/drawing/2014/main" id="{8CAB2662-59BE-E38D-11EB-48242D0418D7}"/>
              </a:ext>
            </a:extLst>
          </p:cNvPr>
          <p:cNvPicPr>
            <a:picLocks noGrp="1" noChangeAspect="1"/>
          </p:cNvPicPr>
          <p:nvPr>
            <p:ph idx="1"/>
          </p:nvPr>
        </p:nvPicPr>
        <p:blipFill>
          <a:blip r:embed="rId2"/>
          <a:stretch>
            <a:fillRect/>
          </a:stretch>
        </p:blipFill>
        <p:spPr>
          <a:xfrm>
            <a:off x="484238" y="698090"/>
            <a:ext cx="9571549" cy="2796782"/>
          </a:xfrm>
          <a:prstGeom prst="rect">
            <a:avLst/>
          </a:prstGeom>
        </p:spPr>
      </p:pic>
      <p:pic>
        <p:nvPicPr>
          <p:cNvPr id="8" name="Picture 7">
            <a:extLst>
              <a:ext uri="{FF2B5EF4-FFF2-40B4-BE49-F238E27FC236}">
                <a16:creationId xmlns:a16="http://schemas.microsoft.com/office/drawing/2014/main" id="{8ED975C9-C37C-7B2A-4D01-014D1C496D8C}"/>
              </a:ext>
            </a:extLst>
          </p:cNvPr>
          <p:cNvPicPr>
            <a:picLocks noChangeAspect="1"/>
          </p:cNvPicPr>
          <p:nvPr/>
        </p:nvPicPr>
        <p:blipFill>
          <a:blip r:embed="rId3"/>
          <a:stretch>
            <a:fillRect/>
          </a:stretch>
        </p:blipFill>
        <p:spPr>
          <a:xfrm>
            <a:off x="1095859" y="3569957"/>
            <a:ext cx="4435224" cy="3139712"/>
          </a:xfrm>
          <a:prstGeom prst="rect">
            <a:avLst/>
          </a:prstGeom>
        </p:spPr>
      </p:pic>
      <p:pic>
        <p:nvPicPr>
          <p:cNvPr id="4" name="Picture 3">
            <a:extLst>
              <a:ext uri="{FF2B5EF4-FFF2-40B4-BE49-F238E27FC236}">
                <a16:creationId xmlns:a16="http://schemas.microsoft.com/office/drawing/2014/main" id="{EED2FDBF-BCE6-AD1D-7AE7-357CAD1CAAF8}"/>
              </a:ext>
            </a:extLst>
          </p:cNvPr>
          <p:cNvPicPr>
            <a:picLocks noChangeAspect="1"/>
          </p:cNvPicPr>
          <p:nvPr/>
        </p:nvPicPr>
        <p:blipFill>
          <a:blip r:embed="rId4"/>
          <a:stretch>
            <a:fillRect/>
          </a:stretch>
        </p:blipFill>
        <p:spPr>
          <a:xfrm>
            <a:off x="9732604" y="5860025"/>
            <a:ext cx="2362405" cy="849643"/>
          </a:xfrm>
          <a:prstGeom prst="rect">
            <a:avLst/>
          </a:prstGeom>
        </p:spPr>
      </p:pic>
    </p:spTree>
    <p:extLst>
      <p:ext uri="{BB962C8B-B14F-4D97-AF65-F5344CB8AC3E}">
        <p14:creationId xmlns:p14="http://schemas.microsoft.com/office/powerpoint/2010/main" val="3311489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92C7-A921-B768-B900-73589D64AE13}"/>
              </a:ext>
            </a:extLst>
          </p:cNvPr>
          <p:cNvSpPr>
            <a:spLocks noGrp="1"/>
          </p:cNvSpPr>
          <p:nvPr>
            <p:ph type="title"/>
          </p:nvPr>
        </p:nvSpPr>
        <p:spPr>
          <a:xfrm>
            <a:off x="838200" y="98323"/>
            <a:ext cx="10515600" cy="1189703"/>
          </a:xfrm>
        </p:spPr>
        <p:txBody>
          <a:bodyPr>
            <a:normAutofit fontScale="90000"/>
          </a:bodyPr>
          <a:lstStyle/>
          <a:p>
            <a:r>
              <a:rPr lang="en-IN" b="1" dirty="0">
                <a:solidFill>
                  <a:srgbClr val="FF0000"/>
                </a:solidFill>
              </a:rPr>
              <a:t>Exploratory Data Analysis (EDA) </a:t>
            </a:r>
            <a:br>
              <a:rPr lang="en-IN" b="1" dirty="0">
                <a:solidFill>
                  <a:srgbClr val="FF0000"/>
                </a:solidFill>
              </a:rPr>
            </a:br>
            <a:endParaRPr lang="en-US" dirty="0">
              <a:solidFill>
                <a:srgbClr val="FF0000"/>
              </a:solidFill>
            </a:endParaRPr>
          </a:p>
        </p:txBody>
      </p:sp>
      <p:sp>
        <p:nvSpPr>
          <p:cNvPr id="3" name="Content Placeholder 2">
            <a:extLst>
              <a:ext uri="{FF2B5EF4-FFF2-40B4-BE49-F238E27FC236}">
                <a16:creationId xmlns:a16="http://schemas.microsoft.com/office/drawing/2014/main" id="{D10ACA8B-75BA-9519-F18F-FF70353E44E9}"/>
              </a:ext>
            </a:extLst>
          </p:cNvPr>
          <p:cNvSpPr>
            <a:spLocks noGrp="1"/>
          </p:cNvSpPr>
          <p:nvPr>
            <p:ph idx="1"/>
          </p:nvPr>
        </p:nvSpPr>
        <p:spPr>
          <a:xfrm>
            <a:off x="353961" y="993058"/>
            <a:ext cx="10999839" cy="5614219"/>
          </a:xfrm>
        </p:spPr>
        <p:txBody>
          <a:bodyPr>
            <a:normAutofit fontScale="92500" lnSpcReduction="10000"/>
          </a:bodyPr>
          <a:lstStyle/>
          <a:p>
            <a:pPr marL="0" indent="0">
              <a:buNone/>
            </a:pPr>
            <a:r>
              <a:rPr lang="en-IN" b="1" dirty="0">
                <a:solidFill>
                  <a:srgbClr val="FF0000"/>
                </a:solidFill>
              </a:rPr>
              <a:t>Data Cleaning Process </a:t>
            </a:r>
            <a:r>
              <a:rPr lang="en-IN" b="1" dirty="0"/>
              <a:t>:</a:t>
            </a:r>
          </a:p>
          <a:p>
            <a:pPr marL="285750" indent="-285750"/>
            <a:r>
              <a:rPr lang="en-IN" sz="2600" b="1" dirty="0"/>
              <a:t>Created Feature Columns :</a:t>
            </a:r>
          </a:p>
          <a:p>
            <a:pPr marL="0" indent="0">
              <a:buNone/>
            </a:pPr>
            <a:r>
              <a:rPr lang="en-IN" sz="2600" dirty="0"/>
              <a:t>    Extracted Job Security, Work Life Balance, etc., from text ratings.</a:t>
            </a:r>
          </a:p>
          <a:p>
            <a:pPr marL="285750" indent="-285750"/>
            <a:r>
              <a:rPr lang="en-IN" sz="2600" b="1" dirty="0"/>
              <a:t>Dropped Redundant Columns : </a:t>
            </a:r>
          </a:p>
          <a:p>
            <a:pPr marL="0" indent="0">
              <a:buNone/>
            </a:pPr>
            <a:r>
              <a:rPr lang="en-IN" sz="2600" dirty="0"/>
              <a:t>    Remove “Highly Rated” and “Critically Rated” columns.</a:t>
            </a:r>
          </a:p>
          <a:p>
            <a:pPr marL="285750" indent="-285750"/>
            <a:r>
              <a:rPr lang="en-IN" sz="2600" b="1" dirty="0"/>
              <a:t>Cleaned Numeric Columns :</a:t>
            </a:r>
          </a:p>
          <a:p>
            <a:pPr marL="0" indent="0">
              <a:buNone/>
            </a:pPr>
            <a:r>
              <a:rPr lang="en-IN" sz="2600" dirty="0"/>
              <a:t>    Fixed Job Openings and Total Reviews by handling ‘k’, ‘–’, and ‘nan’.</a:t>
            </a:r>
            <a:endParaRPr lang="en-IN" sz="2600" b="1" dirty="0"/>
          </a:p>
          <a:p>
            <a:pPr marL="285750" indent="-285750"/>
            <a:r>
              <a:rPr lang="en-IN" sz="2600" b="1" dirty="0"/>
              <a:t>Fix Industry Type :</a:t>
            </a:r>
          </a:p>
          <a:p>
            <a:pPr marL="0" indent="0">
              <a:buNone/>
            </a:pPr>
            <a:r>
              <a:rPr lang="en-IN" sz="2600" dirty="0"/>
              <a:t>    Stripped spaces and replaced missing values with “other”.</a:t>
            </a:r>
          </a:p>
          <a:p>
            <a:pPr marL="285750" indent="-285750"/>
            <a:r>
              <a:rPr lang="en-IN" sz="2600" b="1" dirty="0"/>
              <a:t>Converted Ratings to Float :</a:t>
            </a:r>
          </a:p>
          <a:p>
            <a:pPr marL="0" indent="0">
              <a:buNone/>
            </a:pPr>
            <a:r>
              <a:rPr lang="en-IN" sz="2600" dirty="0"/>
              <a:t>    Changed Overall Rating to float for analysis.</a:t>
            </a:r>
          </a:p>
          <a:p>
            <a:pPr marL="285750" indent="-285750"/>
            <a:r>
              <a:rPr lang="en-IN" sz="2600" b="1" dirty="0"/>
              <a:t>Converted to Category Type :</a:t>
            </a:r>
          </a:p>
          <a:p>
            <a:pPr marL="0" indent="0">
              <a:buNone/>
            </a:pPr>
            <a:r>
              <a:rPr lang="en-IN" sz="2600" dirty="0"/>
              <a:t>    Optimized selected columns for memory and clarity</a:t>
            </a:r>
            <a:r>
              <a:rPr lang="en-IN" dirty="0"/>
              <a:t>.</a:t>
            </a:r>
          </a:p>
        </p:txBody>
      </p:sp>
      <p:pic>
        <p:nvPicPr>
          <p:cNvPr id="5" name="Picture 4">
            <a:extLst>
              <a:ext uri="{FF2B5EF4-FFF2-40B4-BE49-F238E27FC236}">
                <a16:creationId xmlns:a16="http://schemas.microsoft.com/office/drawing/2014/main" id="{EFBEF0F5-2946-7A7B-23CE-EDC5EC3EEB26}"/>
              </a:ext>
            </a:extLst>
          </p:cNvPr>
          <p:cNvPicPr>
            <a:picLocks noChangeAspect="1"/>
          </p:cNvPicPr>
          <p:nvPr/>
        </p:nvPicPr>
        <p:blipFill>
          <a:blip r:embed="rId2"/>
          <a:stretch>
            <a:fillRect/>
          </a:stretch>
        </p:blipFill>
        <p:spPr>
          <a:xfrm>
            <a:off x="9712939" y="5864942"/>
            <a:ext cx="2362405" cy="894735"/>
          </a:xfrm>
          <a:prstGeom prst="rect">
            <a:avLst/>
          </a:prstGeom>
        </p:spPr>
      </p:pic>
    </p:spTree>
    <p:extLst>
      <p:ext uri="{BB962C8B-B14F-4D97-AF65-F5344CB8AC3E}">
        <p14:creationId xmlns:p14="http://schemas.microsoft.com/office/powerpoint/2010/main" val="2837736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E2A027-B7FE-A074-080D-7C0617AE6091}"/>
              </a:ext>
            </a:extLst>
          </p:cNvPr>
          <p:cNvPicPr>
            <a:picLocks noChangeAspect="1"/>
          </p:cNvPicPr>
          <p:nvPr/>
        </p:nvPicPr>
        <p:blipFill>
          <a:blip r:embed="rId2"/>
          <a:stretch>
            <a:fillRect/>
          </a:stretch>
        </p:blipFill>
        <p:spPr>
          <a:xfrm>
            <a:off x="312370" y="159282"/>
            <a:ext cx="9640135" cy="2842506"/>
          </a:xfrm>
          <a:prstGeom prst="rect">
            <a:avLst/>
          </a:prstGeom>
        </p:spPr>
      </p:pic>
      <p:pic>
        <p:nvPicPr>
          <p:cNvPr id="5" name="Picture 4">
            <a:extLst>
              <a:ext uri="{FF2B5EF4-FFF2-40B4-BE49-F238E27FC236}">
                <a16:creationId xmlns:a16="http://schemas.microsoft.com/office/drawing/2014/main" id="{2B96CFA3-29C7-4480-CE85-6EE293A947CC}"/>
              </a:ext>
            </a:extLst>
          </p:cNvPr>
          <p:cNvPicPr>
            <a:picLocks noChangeAspect="1"/>
          </p:cNvPicPr>
          <p:nvPr/>
        </p:nvPicPr>
        <p:blipFill>
          <a:blip r:embed="rId3"/>
          <a:stretch>
            <a:fillRect/>
          </a:stretch>
        </p:blipFill>
        <p:spPr>
          <a:xfrm>
            <a:off x="716744" y="3113357"/>
            <a:ext cx="6294665" cy="3482642"/>
          </a:xfrm>
          <a:prstGeom prst="rect">
            <a:avLst/>
          </a:prstGeom>
        </p:spPr>
      </p:pic>
      <p:pic>
        <p:nvPicPr>
          <p:cNvPr id="4" name="Picture 3">
            <a:extLst>
              <a:ext uri="{FF2B5EF4-FFF2-40B4-BE49-F238E27FC236}">
                <a16:creationId xmlns:a16="http://schemas.microsoft.com/office/drawing/2014/main" id="{175467E5-2931-DE6F-04E5-54B3B5605989}"/>
              </a:ext>
            </a:extLst>
          </p:cNvPr>
          <p:cNvPicPr>
            <a:picLocks noChangeAspect="1"/>
          </p:cNvPicPr>
          <p:nvPr/>
        </p:nvPicPr>
        <p:blipFill>
          <a:blip r:embed="rId4"/>
          <a:stretch>
            <a:fillRect/>
          </a:stretch>
        </p:blipFill>
        <p:spPr>
          <a:xfrm>
            <a:off x="9732603" y="5830530"/>
            <a:ext cx="2362405" cy="943896"/>
          </a:xfrm>
          <a:prstGeom prst="rect">
            <a:avLst/>
          </a:prstGeom>
        </p:spPr>
      </p:pic>
    </p:spTree>
    <p:extLst>
      <p:ext uri="{BB962C8B-B14F-4D97-AF65-F5344CB8AC3E}">
        <p14:creationId xmlns:p14="http://schemas.microsoft.com/office/powerpoint/2010/main" val="2571789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E76E10-0379-0930-9A9B-03D757943AC6}"/>
              </a:ext>
            </a:extLst>
          </p:cNvPr>
          <p:cNvSpPr txBox="1"/>
          <p:nvPr/>
        </p:nvSpPr>
        <p:spPr>
          <a:xfrm>
            <a:off x="3972232" y="129966"/>
            <a:ext cx="6096000" cy="369332"/>
          </a:xfrm>
          <a:prstGeom prst="rect">
            <a:avLst/>
          </a:prstGeom>
          <a:noFill/>
        </p:spPr>
        <p:txBody>
          <a:bodyPr wrap="square">
            <a:spAutoFit/>
          </a:bodyPr>
          <a:lstStyle/>
          <a:p>
            <a:r>
              <a:rPr lang="en-IN" sz="1800" b="1" dirty="0">
                <a:solidFill>
                  <a:srgbClr val="FF0000"/>
                </a:solidFill>
              </a:rPr>
              <a:t>Univariate Analysis (Numerical) </a:t>
            </a:r>
            <a:endParaRPr lang="en-US" b="1" dirty="0">
              <a:solidFill>
                <a:srgbClr val="FF0000"/>
              </a:solidFill>
            </a:endParaRPr>
          </a:p>
        </p:txBody>
      </p:sp>
      <p:pic>
        <p:nvPicPr>
          <p:cNvPr id="5" name="Picture 4">
            <a:extLst>
              <a:ext uri="{FF2B5EF4-FFF2-40B4-BE49-F238E27FC236}">
                <a16:creationId xmlns:a16="http://schemas.microsoft.com/office/drawing/2014/main" id="{C7C45AC2-E467-A1BB-2A3D-51347BAAC260}"/>
              </a:ext>
            </a:extLst>
          </p:cNvPr>
          <p:cNvPicPr>
            <a:picLocks noChangeAspect="1"/>
          </p:cNvPicPr>
          <p:nvPr/>
        </p:nvPicPr>
        <p:blipFill>
          <a:blip r:embed="rId2"/>
          <a:stretch>
            <a:fillRect/>
          </a:stretch>
        </p:blipFill>
        <p:spPr>
          <a:xfrm>
            <a:off x="96992" y="599390"/>
            <a:ext cx="11229770" cy="5637334"/>
          </a:xfrm>
          <a:prstGeom prst="rect">
            <a:avLst/>
          </a:prstGeom>
        </p:spPr>
      </p:pic>
      <p:pic>
        <p:nvPicPr>
          <p:cNvPr id="4" name="Picture 3">
            <a:extLst>
              <a:ext uri="{FF2B5EF4-FFF2-40B4-BE49-F238E27FC236}">
                <a16:creationId xmlns:a16="http://schemas.microsoft.com/office/drawing/2014/main" id="{10D02B65-E731-C354-1AB8-5556D53B28AC}"/>
              </a:ext>
            </a:extLst>
          </p:cNvPr>
          <p:cNvPicPr>
            <a:picLocks noChangeAspect="1"/>
          </p:cNvPicPr>
          <p:nvPr/>
        </p:nvPicPr>
        <p:blipFill>
          <a:blip r:embed="rId3"/>
          <a:stretch>
            <a:fillRect/>
          </a:stretch>
        </p:blipFill>
        <p:spPr>
          <a:xfrm>
            <a:off x="9742436" y="6236724"/>
            <a:ext cx="2362405" cy="609653"/>
          </a:xfrm>
          <a:prstGeom prst="rect">
            <a:avLst/>
          </a:prstGeom>
        </p:spPr>
      </p:pic>
    </p:spTree>
    <p:extLst>
      <p:ext uri="{BB962C8B-B14F-4D97-AF65-F5344CB8AC3E}">
        <p14:creationId xmlns:p14="http://schemas.microsoft.com/office/powerpoint/2010/main" val="4158944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EA7E8D-969E-E195-71FF-15923CF860A1}"/>
              </a:ext>
            </a:extLst>
          </p:cNvPr>
          <p:cNvSpPr txBox="1"/>
          <p:nvPr/>
        </p:nvSpPr>
        <p:spPr>
          <a:xfrm>
            <a:off x="2487561" y="169295"/>
            <a:ext cx="6096000" cy="646331"/>
          </a:xfrm>
          <a:prstGeom prst="rect">
            <a:avLst/>
          </a:prstGeom>
          <a:noFill/>
        </p:spPr>
        <p:txBody>
          <a:bodyPr wrap="square">
            <a:spAutoFit/>
          </a:bodyPr>
          <a:lstStyle/>
          <a:p>
            <a:pPr algn="ctr"/>
            <a:r>
              <a:rPr lang="en-IN" sz="3600" b="1" dirty="0">
                <a:solidFill>
                  <a:srgbClr val="FF0000"/>
                </a:solidFill>
              </a:rPr>
              <a:t>Numerical Insights</a:t>
            </a:r>
            <a:endParaRPr lang="en-US" sz="3600" dirty="0"/>
          </a:p>
        </p:txBody>
      </p:sp>
      <p:sp>
        <p:nvSpPr>
          <p:cNvPr id="5" name="TextBox 4">
            <a:extLst>
              <a:ext uri="{FF2B5EF4-FFF2-40B4-BE49-F238E27FC236}">
                <a16:creationId xmlns:a16="http://schemas.microsoft.com/office/drawing/2014/main" id="{8A737775-5930-05FC-39CA-F2140E0AD167}"/>
              </a:ext>
            </a:extLst>
          </p:cNvPr>
          <p:cNvSpPr txBox="1"/>
          <p:nvPr/>
        </p:nvSpPr>
        <p:spPr>
          <a:xfrm>
            <a:off x="422787" y="1298816"/>
            <a:ext cx="11503741" cy="5109091"/>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The plots analyze four numerical features </a:t>
            </a:r>
            <a:r>
              <a:rPr kumimoji="0" lang="en-US" altLang="en-US" sz="2400" i="1" u="none" strike="noStrike" cap="none" normalizeH="0" baseline="0" dirty="0">
                <a:ln>
                  <a:noFill/>
                </a:ln>
                <a:solidFill>
                  <a:schemeClr val="tx1"/>
                </a:solidFill>
                <a:effectLst/>
              </a:rPr>
              <a:t>Operating Locations, Job </a:t>
            </a:r>
            <a:r>
              <a:rPr kumimoji="0" lang="en-US" altLang="en-US" sz="2400" i="1" u="none" strike="noStrike" cap="none" normalizeH="0" baseline="0" dirty="0" err="1">
                <a:ln>
                  <a:noFill/>
                </a:ln>
                <a:solidFill>
                  <a:schemeClr val="tx1"/>
                </a:solidFill>
                <a:effectLst/>
              </a:rPr>
              <a:t>Openings,Total</a:t>
            </a:r>
            <a:r>
              <a:rPr kumimoji="0" lang="en-US" altLang="en-US" sz="2400" i="1" u="none" strike="noStrike" cap="none" normalizeH="0" baseline="0" dirty="0">
                <a:ln>
                  <a:noFill/>
                </a:ln>
                <a:solidFill>
                  <a:schemeClr val="tx1"/>
                </a:solidFill>
                <a:effectLst/>
              </a:rPr>
              <a:t>          Reviews,</a:t>
            </a:r>
            <a:r>
              <a:rPr kumimoji="0" lang="en-US" altLang="en-US" sz="2400" i="0" u="none" strike="noStrike" cap="none" normalizeH="0" baseline="0" dirty="0">
                <a:ln>
                  <a:noFill/>
                </a:ln>
                <a:solidFill>
                  <a:schemeClr val="tx1"/>
                </a:solidFill>
                <a:effectLst/>
              </a:rPr>
              <a:t> and </a:t>
            </a:r>
            <a:r>
              <a:rPr kumimoji="0" lang="en-US" altLang="en-US" sz="2400" i="1" u="none" strike="noStrike" cap="none" normalizeH="0" baseline="0" dirty="0">
                <a:ln>
                  <a:noFill/>
                </a:ln>
                <a:solidFill>
                  <a:schemeClr val="tx1"/>
                </a:solidFill>
                <a:effectLst/>
              </a:rPr>
              <a:t>Overall Rating</a:t>
            </a:r>
            <a:r>
              <a:rPr kumimoji="0" lang="en-US" altLang="en-US" sz="240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Histograms show how data is distributed across each feature.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Box plots help identify outliers clearly in all features.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Density plots (KDE) represent the probability distribution smoothly.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i="1" u="none" strike="noStrike" cap="none" normalizeH="0" baseline="0" dirty="0">
                <a:ln>
                  <a:noFill/>
                </a:ln>
                <a:solidFill>
                  <a:schemeClr val="tx1"/>
                </a:solidFill>
                <a:effectLst/>
              </a:rPr>
              <a:t>Operating Locations, Job Openings,</a:t>
            </a:r>
            <a:r>
              <a:rPr kumimoji="0" lang="en-US" altLang="en-US" sz="2400" i="0" u="none" strike="noStrike" cap="none" normalizeH="0" baseline="0" dirty="0">
                <a:ln>
                  <a:noFill/>
                </a:ln>
                <a:solidFill>
                  <a:schemeClr val="tx1"/>
                </a:solidFill>
                <a:effectLst/>
              </a:rPr>
              <a:t> and </a:t>
            </a:r>
            <a:r>
              <a:rPr kumimoji="0" lang="en-US" altLang="en-US" sz="2400" i="1" u="none" strike="noStrike" cap="none" normalizeH="0" baseline="0" dirty="0">
                <a:ln>
                  <a:noFill/>
                </a:ln>
                <a:solidFill>
                  <a:schemeClr val="tx1"/>
                </a:solidFill>
                <a:effectLst/>
              </a:rPr>
              <a:t>Total Reviews</a:t>
            </a:r>
            <a:r>
              <a:rPr kumimoji="0" lang="en-US" altLang="en-US" sz="2400" i="0" u="none" strike="noStrike" cap="none" normalizeH="0" baseline="0" dirty="0">
                <a:ln>
                  <a:noFill/>
                </a:ln>
                <a:solidFill>
                  <a:schemeClr val="tx1"/>
                </a:solidFill>
                <a:effectLst/>
              </a:rPr>
              <a:t> are right-skewed, meaning most                        values are low but few companies have very high numbers.</a:t>
            </a:r>
          </a:p>
          <a:p>
            <a:pPr algn="just" eaLnBrk="0" fontAlgn="base" hangingPunct="0">
              <a:spcBef>
                <a:spcPct val="0"/>
              </a:spcBef>
              <a:spcAft>
                <a:spcPct val="0"/>
              </a:spcAft>
              <a:buFontTx/>
              <a:buChar char="•"/>
            </a:pPr>
            <a:r>
              <a:rPr lang="en-US" altLang="en-US" sz="2400" dirty="0"/>
              <a:t>Overall Rating follows an approximately normal distribution, centered around 3.5–4, showing most companies have average to good </a:t>
            </a:r>
            <a:r>
              <a:rPr lang="en-US" altLang="en-US" sz="2400" dirty="0" err="1"/>
              <a:t>ratings,reflecting</a:t>
            </a:r>
            <a:r>
              <a:rPr lang="en-US" altLang="en-US" sz="2400" dirty="0"/>
              <a:t> balanced employee feedback.</a:t>
            </a:r>
          </a:p>
          <a:p>
            <a:pPr lvl="0" algn="just" eaLnBrk="0" fontAlgn="base" hangingPunct="0">
              <a:spcBef>
                <a:spcPct val="0"/>
              </a:spcBef>
              <a:spcAft>
                <a:spcPct val="0"/>
              </a:spcAft>
              <a:buFontTx/>
              <a:buChar char="•"/>
            </a:pPr>
            <a:r>
              <a:rPr lang="en-US" altLang="en-US" sz="2400" dirty="0"/>
              <a:t>This univariate analysis helps identify data spread, outliers, and skewness, useful for cleaning and future modeling.</a:t>
            </a:r>
          </a:p>
          <a:p>
            <a:pPr marL="0" marR="0" lvl="0" indent="0" algn="just" defTabSz="914400" rtl="0" eaLnBrk="0" fontAlgn="base" latinLnBrk="0" hangingPunct="0">
              <a:lnSpc>
                <a:spcPct val="100000"/>
              </a:lnSpc>
              <a:spcBef>
                <a:spcPct val="0"/>
              </a:spcBef>
              <a:spcAft>
                <a:spcPct val="0"/>
              </a:spcAft>
              <a:buClrTx/>
              <a:buSzTx/>
              <a:tabLst/>
            </a:pPr>
            <a:endParaRPr lang="en-US" altLang="en-US" sz="2000" dirty="0"/>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4" name="Picture 3">
            <a:extLst>
              <a:ext uri="{FF2B5EF4-FFF2-40B4-BE49-F238E27FC236}">
                <a16:creationId xmlns:a16="http://schemas.microsoft.com/office/drawing/2014/main" id="{002082EC-21A0-79BB-2883-AA341EE7B718}"/>
              </a:ext>
            </a:extLst>
          </p:cNvPr>
          <p:cNvPicPr>
            <a:picLocks noChangeAspect="1"/>
          </p:cNvPicPr>
          <p:nvPr/>
        </p:nvPicPr>
        <p:blipFill>
          <a:blip r:embed="rId2"/>
          <a:stretch>
            <a:fillRect/>
          </a:stretch>
        </p:blipFill>
        <p:spPr>
          <a:xfrm>
            <a:off x="9693888" y="6105832"/>
            <a:ext cx="2400508" cy="658762"/>
          </a:xfrm>
          <a:prstGeom prst="rect">
            <a:avLst/>
          </a:prstGeom>
        </p:spPr>
      </p:pic>
    </p:spTree>
    <p:extLst>
      <p:ext uri="{BB962C8B-B14F-4D97-AF65-F5344CB8AC3E}">
        <p14:creationId xmlns:p14="http://schemas.microsoft.com/office/powerpoint/2010/main" val="2911051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BB2FB6-6AE6-896B-61D6-C7850ED26865}"/>
              </a:ext>
            </a:extLst>
          </p:cNvPr>
          <p:cNvSpPr txBox="1"/>
          <p:nvPr/>
        </p:nvSpPr>
        <p:spPr>
          <a:xfrm>
            <a:off x="4286864" y="110302"/>
            <a:ext cx="3618271" cy="400110"/>
          </a:xfrm>
          <a:prstGeom prst="rect">
            <a:avLst/>
          </a:prstGeom>
          <a:noFill/>
        </p:spPr>
        <p:txBody>
          <a:bodyPr wrap="square">
            <a:spAutoFit/>
          </a:bodyPr>
          <a:lstStyle/>
          <a:p>
            <a:r>
              <a:rPr lang="en-IN" sz="2000" b="1" dirty="0">
                <a:solidFill>
                  <a:srgbClr val="FF0000"/>
                </a:solidFill>
              </a:rPr>
              <a:t>Univariate Analysis (Categorical)</a:t>
            </a:r>
          </a:p>
        </p:txBody>
      </p:sp>
      <p:pic>
        <p:nvPicPr>
          <p:cNvPr id="5" name="Picture 4">
            <a:extLst>
              <a:ext uri="{FF2B5EF4-FFF2-40B4-BE49-F238E27FC236}">
                <a16:creationId xmlns:a16="http://schemas.microsoft.com/office/drawing/2014/main" id="{841F5824-FBE1-5077-645E-B90C7C2A9164}"/>
              </a:ext>
            </a:extLst>
          </p:cNvPr>
          <p:cNvPicPr>
            <a:picLocks noChangeAspect="1"/>
          </p:cNvPicPr>
          <p:nvPr/>
        </p:nvPicPr>
        <p:blipFill>
          <a:blip r:embed="rId2"/>
          <a:stretch>
            <a:fillRect/>
          </a:stretch>
        </p:blipFill>
        <p:spPr>
          <a:xfrm>
            <a:off x="235974" y="668594"/>
            <a:ext cx="11110452" cy="5582817"/>
          </a:xfrm>
          <a:prstGeom prst="rect">
            <a:avLst/>
          </a:prstGeom>
        </p:spPr>
      </p:pic>
      <p:pic>
        <p:nvPicPr>
          <p:cNvPr id="7" name="Picture 6">
            <a:extLst>
              <a:ext uri="{FF2B5EF4-FFF2-40B4-BE49-F238E27FC236}">
                <a16:creationId xmlns:a16="http://schemas.microsoft.com/office/drawing/2014/main" id="{0C506D9E-770C-F58A-15BC-4A3F038409D3}"/>
              </a:ext>
            </a:extLst>
          </p:cNvPr>
          <p:cNvPicPr>
            <a:picLocks noChangeAspect="1"/>
          </p:cNvPicPr>
          <p:nvPr/>
        </p:nvPicPr>
        <p:blipFill>
          <a:blip r:embed="rId3"/>
          <a:stretch>
            <a:fillRect/>
          </a:stretch>
        </p:blipFill>
        <p:spPr>
          <a:xfrm>
            <a:off x="9791492" y="6251411"/>
            <a:ext cx="2400508" cy="480102"/>
          </a:xfrm>
          <a:prstGeom prst="rect">
            <a:avLst/>
          </a:prstGeom>
        </p:spPr>
      </p:pic>
    </p:spTree>
    <p:extLst>
      <p:ext uri="{BB962C8B-B14F-4D97-AF65-F5344CB8AC3E}">
        <p14:creationId xmlns:p14="http://schemas.microsoft.com/office/powerpoint/2010/main" val="2976037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82737-F541-23BB-DB0E-E1A0D6007166}"/>
              </a:ext>
            </a:extLst>
          </p:cNvPr>
          <p:cNvSpPr>
            <a:spLocks noGrp="1"/>
          </p:cNvSpPr>
          <p:nvPr>
            <p:ph type="title"/>
          </p:nvPr>
        </p:nvSpPr>
        <p:spPr>
          <a:xfrm>
            <a:off x="661219" y="95561"/>
            <a:ext cx="10515600" cy="658762"/>
          </a:xfrm>
        </p:spPr>
        <p:txBody>
          <a:bodyPr>
            <a:normAutofit fontScale="90000"/>
          </a:bodyPr>
          <a:lstStyle/>
          <a:p>
            <a:pPr algn="ctr"/>
            <a:r>
              <a:rPr lang="en-IN" b="1" dirty="0">
                <a:solidFill>
                  <a:srgbClr val="FF0000"/>
                </a:solidFill>
              </a:rPr>
              <a:t>Categorical Insights</a:t>
            </a:r>
            <a:endParaRPr lang="en-US" dirty="0">
              <a:solidFill>
                <a:srgbClr val="FF0000"/>
              </a:solidFill>
            </a:endParaRPr>
          </a:p>
        </p:txBody>
      </p:sp>
      <p:sp>
        <p:nvSpPr>
          <p:cNvPr id="4" name="Rectangle 1">
            <a:extLst>
              <a:ext uri="{FF2B5EF4-FFF2-40B4-BE49-F238E27FC236}">
                <a16:creationId xmlns:a16="http://schemas.microsoft.com/office/drawing/2014/main" id="{B00D7B59-4DE2-102E-54ED-DE13E255B0DE}"/>
              </a:ext>
            </a:extLst>
          </p:cNvPr>
          <p:cNvSpPr>
            <a:spLocks noGrp="1" noChangeArrowheads="1"/>
          </p:cNvSpPr>
          <p:nvPr>
            <p:ph idx="1"/>
          </p:nvPr>
        </p:nvSpPr>
        <p:spPr bwMode="auto">
          <a:xfrm>
            <a:off x="393290" y="1002654"/>
            <a:ext cx="1140542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The dataset includes multiple categorical features such as </a:t>
            </a:r>
            <a:r>
              <a:rPr kumimoji="0" lang="en-US" altLang="en-US" sz="2400" i="1" u="none" strike="noStrike" cap="none" normalizeH="0" baseline="0" dirty="0">
                <a:ln>
                  <a:noFill/>
                </a:ln>
                <a:solidFill>
                  <a:schemeClr val="tx1"/>
                </a:solidFill>
                <a:effectLst/>
              </a:rPr>
              <a:t>Industry Type</a:t>
            </a:r>
            <a:r>
              <a:rPr kumimoji="0" lang="en-US" altLang="en-US" sz="2400" i="0" u="none" strike="noStrike" cap="none" normalizeH="0" baseline="0" dirty="0">
                <a:ln>
                  <a:noFill/>
                </a:ln>
                <a:solidFill>
                  <a:schemeClr val="tx1"/>
                </a:solidFill>
                <a:effectLst/>
              </a:rPr>
              <a:t>, </a:t>
            </a:r>
            <a:r>
              <a:rPr kumimoji="0" lang="en-US" altLang="en-US" sz="2400" i="1" u="none" strike="noStrike" cap="none" normalizeH="0" baseline="0" dirty="0">
                <a:ln>
                  <a:noFill/>
                </a:ln>
                <a:solidFill>
                  <a:schemeClr val="tx1"/>
                </a:solidFill>
                <a:effectLst/>
              </a:rPr>
              <a:t>Primary Office Location</a:t>
            </a:r>
            <a:r>
              <a:rPr kumimoji="0" lang="en-US" altLang="en-US" sz="2400" i="0" u="none" strike="noStrike" cap="none" normalizeH="0" baseline="0" dirty="0">
                <a:ln>
                  <a:noFill/>
                </a:ln>
                <a:solidFill>
                  <a:schemeClr val="tx1"/>
                </a:solidFill>
                <a:effectLst/>
              </a:rPr>
              <a:t>, and various satisfaction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IT Services and Internet Companies dominate the </a:t>
            </a:r>
            <a:r>
              <a:rPr kumimoji="0" lang="en-US" altLang="en-US" sz="2400" i="1" u="none" strike="noStrike" cap="none" normalizeH="0" baseline="0" dirty="0">
                <a:ln>
                  <a:noFill/>
                </a:ln>
                <a:solidFill>
                  <a:schemeClr val="tx1"/>
                </a:solidFill>
                <a:effectLst/>
              </a:rPr>
              <a:t>Industry Type</a:t>
            </a:r>
            <a:r>
              <a:rPr kumimoji="0" lang="en-US" altLang="en-US" sz="2400" i="0" u="none" strike="noStrike" cap="none" normalizeH="0" baseline="0" dirty="0">
                <a:ln>
                  <a:noFill/>
                </a:ln>
                <a:solidFill>
                  <a:schemeClr val="tx1"/>
                </a:solidFill>
                <a:effectLst/>
              </a:rPr>
              <a:t> distribution.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Bangalore, Mumbai, and Hyderabad appear most frequently as </a:t>
            </a:r>
            <a:r>
              <a:rPr kumimoji="0" lang="en-US" altLang="en-US" sz="2400" i="1" u="none" strike="noStrike" cap="none" normalizeH="0" baseline="0" dirty="0">
                <a:ln>
                  <a:noFill/>
                </a:ln>
                <a:solidFill>
                  <a:schemeClr val="tx1"/>
                </a:solidFill>
                <a:effectLst/>
              </a:rPr>
              <a:t>Primary Office Locations</a:t>
            </a:r>
            <a:r>
              <a:rPr kumimoji="0" lang="en-US" altLang="en-US" sz="240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Job Security ratings are mostly on the </a:t>
            </a:r>
            <a:r>
              <a:rPr kumimoji="0" lang="en-US" altLang="en-US" sz="2400" i="1" u="none" strike="noStrike" cap="none" normalizeH="0" baseline="0" dirty="0">
                <a:ln>
                  <a:noFill/>
                </a:ln>
                <a:solidFill>
                  <a:schemeClr val="tx1"/>
                </a:solidFill>
                <a:effectLst/>
              </a:rPr>
              <a:t>higher side (3–4 range)</a:t>
            </a:r>
            <a:r>
              <a:rPr kumimoji="0" lang="en-US" altLang="en-US" sz="2400" i="0" u="none" strike="noStrike" cap="none" normalizeH="0" baseline="0" dirty="0">
                <a:ln>
                  <a:noFill/>
                </a:ln>
                <a:solidFill>
                  <a:schemeClr val="tx1"/>
                </a:solidFill>
                <a:effectLst/>
              </a:rPr>
              <a:t>, indicating employee stability.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1" u="none" strike="noStrike" cap="none" normalizeH="0" baseline="0" dirty="0">
                <a:ln>
                  <a:noFill/>
                </a:ln>
                <a:solidFill>
                  <a:schemeClr val="tx1"/>
                </a:solidFill>
                <a:effectLst/>
              </a:rPr>
              <a:t>Work Life Balance</a:t>
            </a:r>
            <a:r>
              <a:rPr kumimoji="0" lang="en-US" altLang="en-US" sz="2400" i="0" u="none" strike="noStrike" cap="none" normalizeH="0" baseline="0" dirty="0">
                <a:ln>
                  <a:noFill/>
                </a:ln>
                <a:solidFill>
                  <a:schemeClr val="tx1"/>
                </a:solidFill>
                <a:effectLst/>
              </a:rPr>
              <a:t> scores are moderate to high, showing good workplace culture in most companies.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1" u="none" strike="noStrike" cap="none" normalizeH="0" baseline="0" dirty="0">
                <a:ln>
                  <a:noFill/>
                </a:ln>
                <a:solidFill>
                  <a:schemeClr val="tx1"/>
                </a:solidFill>
                <a:effectLst/>
              </a:rPr>
              <a:t>Work Satisfaction</a:t>
            </a:r>
            <a:r>
              <a:rPr kumimoji="0" lang="en-US" altLang="en-US" sz="2400" i="0" u="none" strike="noStrike" cap="none" normalizeH="0" baseline="0" dirty="0">
                <a:ln>
                  <a:noFill/>
                </a:ln>
                <a:solidFill>
                  <a:schemeClr val="tx1"/>
                </a:solidFill>
                <a:effectLst/>
              </a:rPr>
              <a:t> levels are consistent, with most ratings clustered around 3.5–4.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Promotions and career growth opportunities vary widely across industries.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The data reveals some imbalance — a few industries and locations dominate the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Employees from major tech hubs show slightly better satisfaction and balance ratings.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rPr>
              <a:t>Overall, categorical analysis shows concentration in IT-related fields and metro cities with positive employee perceptions.</a:t>
            </a:r>
            <a:endParaRPr lang="en-US" altLang="en-US" sz="2000" dirty="0"/>
          </a:p>
        </p:txBody>
      </p:sp>
      <p:pic>
        <p:nvPicPr>
          <p:cNvPr id="6" name="Picture 5">
            <a:extLst>
              <a:ext uri="{FF2B5EF4-FFF2-40B4-BE49-F238E27FC236}">
                <a16:creationId xmlns:a16="http://schemas.microsoft.com/office/drawing/2014/main" id="{A9DCEF39-CF2A-9BC9-7F71-54E3A753FE70}"/>
              </a:ext>
            </a:extLst>
          </p:cNvPr>
          <p:cNvPicPr>
            <a:picLocks noChangeAspect="1"/>
          </p:cNvPicPr>
          <p:nvPr/>
        </p:nvPicPr>
        <p:blipFill>
          <a:blip r:embed="rId2"/>
          <a:stretch>
            <a:fillRect/>
          </a:stretch>
        </p:blipFill>
        <p:spPr>
          <a:xfrm>
            <a:off x="9693888" y="5997677"/>
            <a:ext cx="2400508" cy="766917"/>
          </a:xfrm>
          <a:prstGeom prst="rect">
            <a:avLst/>
          </a:prstGeom>
        </p:spPr>
      </p:pic>
    </p:spTree>
    <p:extLst>
      <p:ext uri="{BB962C8B-B14F-4D97-AF65-F5344CB8AC3E}">
        <p14:creationId xmlns:p14="http://schemas.microsoft.com/office/powerpoint/2010/main" val="3510560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5C93C7-0CA2-4A21-889A-CD5E076F5485}"/>
              </a:ext>
            </a:extLst>
          </p:cNvPr>
          <p:cNvPicPr>
            <a:picLocks noChangeAspect="1"/>
          </p:cNvPicPr>
          <p:nvPr/>
        </p:nvPicPr>
        <p:blipFill>
          <a:blip r:embed="rId2"/>
          <a:stretch>
            <a:fillRect/>
          </a:stretch>
        </p:blipFill>
        <p:spPr>
          <a:xfrm>
            <a:off x="87771" y="1032386"/>
            <a:ext cx="11489430" cy="5499001"/>
          </a:xfrm>
          <a:prstGeom prst="rect">
            <a:avLst/>
          </a:prstGeom>
        </p:spPr>
      </p:pic>
      <p:sp>
        <p:nvSpPr>
          <p:cNvPr id="5" name="TextBox 4">
            <a:extLst>
              <a:ext uri="{FF2B5EF4-FFF2-40B4-BE49-F238E27FC236}">
                <a16:creationId xmlns:a16="http://schemas.microsoft.com/office/drawing/2014/main" id="{465F7240-6439-942A-16BC-79654CD5E465}"/>
              </a:ext>
            </a:extLst>
          </p:cNvPr>
          <p:cNvSpPr txBox="1"/>
          <p:nvPr/>
        </p:nvSpPr>
        <p:spPr>
          <a:xfrm>
            <a:off x="3687096" y="208625"/>
            <a:ext cx="6681455" cy="461665"/>
          </a:xfrm>
          <a:prstGeom prst="rect">
            <a:avLst/>
          </a:prstGeom>
          <a:noFill/>
        </p:spPr>
        <p:txBody>
          <a:bodyPr wrap="square">
            <a:spAutoFit/>
          </a:bodyPr>
          <a:lstStyle/>
          <a:p>
            <a:pPr algn="ctr"/>
            <a:r>
              <a:rPr kumimoji="0" lang="en-IN" sz="2400" b="1" i="0" u="none" strike="noStrike" kern="1200" cap="none" spc="0" normalizeH="0" baseline="0" noProof="0" dirty="0">
                <a:ln>
                  <a:noFill/>
                </a:ln>
                <a:solidFill>
                  <a:srgbClr val="FF0000"/>
                </a:solidFill>
                <a:effectLst/>
                <a:uLnTx/>
                <a:uFillTx/>
                <a:ea typeface="+mn-ea"/>
                <a:cs typeface="+mn-cs"/>
              </a:rPr>
              <a:t>Top 10 </a:t>
            </a:r>
            <a:r>
              <a:rPr lang="en-IN" sz="2400" b="1" dirty="0">
                <a:solidFill>
                  <a:srgbClr val="FF0000"/>
                </a:solidFill>
              </a:rPr>
              <a:t>companies</a:t>
            </a:r>
            <a:r>
              <a:rPr kumimoji="0" lang="en-IN" sz="2400" b="1" i="0" u="none" strike="noStrike" kern="1200" cap="none" spc="0" normalizeH="0" baseline="0" noProof="0" dirty="0">
                <a:ln>
                  <a:noFill/>
                </a:ln>
                <a:solidFill>
                  <a:srgbClr val="FF0000"/>
                </a:solidFill>
                <a:effectLst/>
                <a:uLnTx/>
                <a:uFillTx/>
                <a:ea typeface="+mn-ea"/>
                <a:cs typeface="+mn-cs"/>
              </a:rPr>
              <a:t> With Most Job Openings</a:t>
            </a:r>
            <a:endParaRPr lang="en-US" sz="2400" dirty="0">
              <a:solidFill>
                <a:srgbClr val="FF0000"/>
              </a:solidFill>
            </a:endParaRPr>
          </a:p>
        </p:txBody>
      </p:sp>
      <p:sp>
        <p:nvSpPr>
          <p:cNvPr id="7" name="TextBox 6">
            <a:extLst>
              <a:ext uri="{FF2B5EF4-FFF2-40B4-BE49-F238E27FC236}">
                <a16:creationId xmlns:a16="http://schemas.microsoft.com/office/drawing/2014/main" id="{807421E4-DA7C-2298-0DF1-C947DB00C6E6}"/>
              </a:ext>
            </a:extLst>
          </p:cNvPr>
          <p:cNvSpPr txBox="1"/>
          <p:nvPr/>
        </p:nvSpPr>
        <p:spPr>
          <a:xfrm>
            <a:off x="5348748" y="3695966"/>
            <a:ext cx="6096000" cy="2031325"/>
          </a:xfrm>
          <a:prstGeom prst="rect">
            <a:avLst/>
          </a:prstGeom>
          <a:noFill/>
        </p:spPr>
        <p:txBody>
          <a:bodyPr wrap="square">
            <a:spAutoFit/>
          </a:bodyPr>
          <a:lstStyle/>
          <a:p>
            <a:r>
              <a:rPr lang="en-US" b="1" dirty="0"/>
              <a:t>key insights from bar chart showcasing the top 10 companies with the most job openings:</a:t>
            </a:r>
          </a:p>
          <a:p>
            <a:pPr marL="285750" indent="-285750">
              <a:buFont typeface="Arial" panose="020B0604020202020204" pitchFamily="34" charset="0"/>
              <a:buChar char="•"/>
            </a:pPr>
            <a:r>
              <a:rPr lang="en-US" dirty="0"/>
              <a:t>Accenture dominates hiring-signaling aggressive tech expansion</a:t>
            </a:r>
          </a:p>
          <a:p>
            <a:pPr marL="285750" indent="-285750">
              <a:buFont typeface="Arial" panose="020B0604020202020204" pitchFamily="34" charset="0"/>
              <a:buChar char="•"/>
            </a:pPr>
            <a:r>
              <a:rPr lang="en-US" dirty="0"/>
              <a:t>Wipro is second- hiring steadily but conservatively</a:t>
            </a:r>
          </a:p>
          <a:p>
            <a:pPr marL="285750" indent="-285750">
              <a:buFont typeface="Arial" panose="020B0604020202020204" pitchFamily="34" charset="0"/>
              <a:buChar char="•"/>
            </a:pPr>
            <a:r>
              <a:rPr lang="en-US" dirty="0"/>
              <a:t>Hiring spans industries banks, e commerce, logistics all active</a:t>
            </a:r>
          </a:p>
        </p:txBody>
      </p:sp>
      <p:pic>
        <p:nvPicPr>
          <p:cNvPr id="9" name="Picture 8">
            <a:extLst>
              <a:ext uri="{FF2B5EF4-FFF2-40B4-BE49-F238E27FC236}">
                <a16:creationId xmlns:a16="http://schemas.microsoft.com/office/drawing/2014/main" id="{E2443EE3-4B36-3692-9A2B-40B18B1FAC1A}"/>
              </a:ext>
            </a:extLst>
          </p:cNvPr>
          <p:cNvPicPr>
            <a:picLocks noChangeAspect="1"/>
          </p:cNvPicPr>
          <p:nvPr/>
        </p:nvPicPr>
        <p:blipFill>
          <a:blip r:embed="rId3"/>
          <a:stretch>
            <a:fillRect/>
          </a:stretch>
        </p:blipFill>
        <p:spPr>
          <a:xfrm>
            <a:off x="9703721" y="6291336"/>
            <a:ext cx="2400508" cy="480102"/>
          </a:xfrm>
          <a:prstGeom prst="rect">
            <a:avLst/>
          </a:prstGeom>
        </p:spPr>
      </p:pic>
      <p:sp>
        <p:nvSpPr>
          <p:cNvPr id="11" name="TextBox 10">
            <a:extLst>
              <a:ext uri="{FF2B5EF4-FFF2-40B4-BE49-F238E27FC236}">
                <a16:creationId xmlns:a16="http://schemas.microsoft.com/office/drawing/2014/main" id="{44177BC5-70C5-5C91-DBBF-6DF6770E16A5}"/>
              </a:ext>
            </a:extLst>
          </p:cNvPr>
          <p:cNvSpPr txBox="1"/>
          <p:nvPr/>
        </p:nvSpPr>
        <p:spPr>
          <a:xfrm>
            <a:off x="452284" y="208625"/>
            <a:ext cx="3234812" cy="523220"/>
          </a:xfrm>
          <a:prstGeom prst="rect">
            <a:avLst/>
          </a:prstGeom>
          <a:noFill/>
        </p:spPr>
        <p:txBody>
          <a:bodyPr wrap="square">
            <a:spAutoFit/>
          </a:bodyPr>
          <a:lstStyle/>
          <a:p>
            <a:r>
              <a:rPr lang="en-US" sz="2800" b="1" dirty="0">
                <a:solidFill>
                  <a:srgbClr val="FF0000"/>
                </a:solidFill>
              </a:rPr>
              <a:t>Bivariate Analysis</a:t>
            </a:r>
          </a:p>
        </p:txBody>
      </p:sp>
    </p:spTree>
    <p:extLst>
      <p:ext uri="{BB962C8B-B14F-4D97-AF65-F5344CB8AC3E}">
        <p14:creationId xmlns:p14="http://schemas.microsoft.com/office/powerpoint/2010/main" val="1250766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AE42CB-FC97-BCB6-2D32-C1F5F5B35BF3}"/>
              </a:ext>
            </a:extLst>
          </p:cNvPr>
          <p:cNvPicPr>
            <a:picLocks noChangeAspect="1"/>
          </p:cNvPicPr>
          <p:nvPr/>
        </p:nvPicPr>
        <p:blipFill>
          <a:blip r:embed="rId2"/>
          <a:stretch>
            <a:fillRect/>
          </a:stretch>
        </p:blipFill>
        <p:spPr>
          <a:xfrm>
            <a:off x="0" y="924232"/>
            <a:ext cx="11326761" cy="5512661"/>
          </a:xfrm>
          <a:prstGeom prst="rect">
            <a:avLst/>
          </a:prstGeom>
        </p:spPr>
      </p:pic>
      <p:sp>
        <p:nvSpPr>
          <p:cNvPr id="5" name="TextBox 4">
            <a:extLst>
              <a:ext uri="{FF2B5EF4-FFF2-40B4-BE49-F238E27FC236}">
                <a16:creationId xmlns:a16="http://schemas.microsoft.com/office/drawing/2014/main" id="{CE3A5B96-A151-116C-4CCC-0EF80D6AC443}"/>
              </a:ext>
            </a:extLst>
          </p:cNvPr>
          <p:cNvSpPr txBox="1"/>
          <p:nvPr/>
        </p:nvSpPr>
        <p:spPr>
          <a:xfrm>
            <a:off x="5742039" y="3509931"/>
            <a:ext cx="5466735" cy="2031325"/>
          </a:xfrm>
          <a:prstGeom prst="rect">
            <a:avLst/>
          </a:prstGeom>
          <a:noFill/>
        </p:spPr>
        <p:txBody>
          <a:bodyPr wrap="square">
            <a:spAutoFit/>
          </a:bodyPr>
          <a:lstStyle/>
          <a:p>
            <a:r>
              <a:rPr lang="en-US" b="1" dirty="0"/>
              <a:t>Top Hiring Sectors: Who's Leading India's Job Market</a:t>
            </a:r>
            <a:endParaRPr lang="en-US" dirty="0"/>
          </a:p>
          <a:p>
            <a:r>
              <a:rPr lang="en-US" dirty="0"/>
              <a:t>1.IT Services &amp; Consulting leads - hiring surges with overwhelming demand</a:t>
            </a:r>
          </a:p>
          <a:p>
            <a:r>
              <a:rPr lang="en-US" dirty="0"/>
              <a:t>2. Insurance &amp; Internet tie digital and financial sectors booming.</a:t>
            </a:r>
          </a:p>
          <a:p>
            <a:r>
              <a:rPr lang="en-US" dirty="0"/>
              <a:t>3. Finance sectors strong - Banking and NBFC show steady hiring volumes.</a:t>
            </a:r>
            <a:endParaRPr lang="en-IN" dirty="0"/>
          </a:p>
        </p:txBody>
      </p:sp>
      <p:sp>
        <p:nvSpPr>
          <p:cNvPr id="7" name="TextBox 6">
            <a:extLst>
              <a:ext uri="{FF2B5EF4-FFF2-40B4-BE49-F238E27FC236}">
                <a16:creationId xmlns:a16="http://schemas.microsoft.com/office/drawing/2014/main" id="{00E8D16D-CECC-A6E9-F14C-7ED2EAAC69DA}"/>
              </a:ext>
            </a:extLst>
          </p:cNvPr>
          <p:cNvSpPr txBox="1"/>
          <p:nvPr/>
        </p:nvSpPr>
        <p:spPr>
          <a:xfrm>
            <a:off x="3411794" y="247953"/>
            <a:ext cx="6096000" cy="461665"/>
          </a:xfrm>
          <a:prstGeom prst="rect">
            <a:avLst/>
          </a:prstGeom>
          <a:noFill/>
        </p:spPr>
        <p:txBody>
          <a:bodyPr wrap="square">
            <a:spAutoFit/>
          </a:bodyPr>
          <a:lstStyle/>
          <a:p>
            <a:pPr algn="ctr"/>
            <a:r>
              <a:rPr lang="en-IN" sz="2400" b="1" dirty="0">
                <a:solidFill>
                  <a:srgbClr val="FF0000"/>
                </a:solidFill>
              </a:rPr>
              <a:t>Top 10 Industries By Total Job Openings</a:t>
            </a:r>
            <a:endParaRPr lang="en-US" sz="2400" dirty="0">
              <a:solidFill>
                <a:srgbClr val="FF0000"/>
              </a:solidFill>
            </a:endParaRPr>
          </a:p>
        </p:txBody>
      </p:sp>
      <p:pic>
        <p:nvPicPr>
          <p:cNvPr id="9" name="Picture 8">
            <a:extLst>
              <a:ext uri="{FF2B5EF4-FFF2-40B4-BE49-F238E27FC236}">
                <a16:creationId xmlns:a16="http://schemas.microsoft.com/office/drawing/2014/main" id="{BE701902-FB6E-7519-4990-C48EA8217968}"/>
              </a:ext>
            </a:extLst>
          </p:cNvPr>
          <p:cNvPicPr>
            <a:picLocks noChangeAspect="1"/>
          </p:cNvPicPr>
          <p:nvPr/>
        </p:nvPicPr>
        <p:blipFill>
          <a:blip r:embed="rId3"/>
          <a:stretch>
            <a:fillRect/>
          </a:stretch>
        </p:blipFill>
        <p:spPr>
          <a:xfrm>
            <a:off x="9703720" y="6196842"/>
            <a:ext cx="2400508" cy="480102"/>
          </a:xfrm>
          <a:prstGeom prst="rect">
            <a:avLst/>
          </a:prstGeom>
        </p:spPr>
      </p:pic>
    </p:spTree>
    <p:extLst>
      <p:ext uri="{BB962C8B-B14F-4D97-AF65-F5344CB8AC3E}">
        <p14:creationId xmlns:p14="http://schemas.microsoft.com/office/powerpoint/2010/main" val="2855810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92E009-30A6-F7FB-769C-A55DD65D5A08}"/>
              </a:ext>
            </a:extLst>
          </p:cNvPr>
          <p:cNvSpPr txBox="1"/>
          <p:nvPr/>
        </p:nvSpPr>
        <p:spPr>
          <a:xfrm>
            <a:off x="3048000" y="218457"/>
            <a:ext cx="6096000" cy="461665"/>
          </a:xfrm>
          <a:prstGeom prst="rect">
            <a:avLst/>
          </a:prstGeom>
          <a:noFill/>
        </p:spPr>
        <p:txBody>
          <a:bodyPr wrap="square">
            <a:spAutoFit/>
          </a:bodyPr>
          <a:lstStyle/>
          <a:p>
            <a:pPr algn="ctr"/>
            <a:r>
              <a:rPr lang="en-IN" sz="2400" b="1" dirty="0">
                <a:solidFill>
                  <a:srgbClr val="FF0000"/>
                </a:solidFill>
              </a:rPr>
              <a:t>Top 10 Companies With Max Overall Rating</a:t>
            </a:r>
          </a:p>
        </p:txBody>
      </p:sp>
      <p:pic>
        <p:nvPicPr>
          <p:cNvPr id="5" name="Picture 4">
            <a:extLst>
              <a:ext uri="{FF2B5EF4-FFF2-40B4-BE49-F238E27FC236}">
                <a16:creationId xmlns:a16="http://schemas.microsoft.com/office/drawing/2014/main" id="{83C7764D-34A1-A019-354F-AB4B2E223B44}"/>
              </a:ext>
            </a:extLst>
          </p:cNvPr>
          <p:cNvPicPr>
            <a:picLocks noChangeAspect="1"/>
          </p:cNvPicPr>
          <p:nvPr/>
        </p:nvPicPr>
        <p:blipFill>
          <a:blip r:embed="rId2"/>
          <a:stretch>
            <a:fillRect/>
          </a:stretch>
        </p:blipFill>
        <p:spPr>
          <a:xfrm>
            <a:off x="0" y="1081836"/>
            <a:ext cx="7354529" cy="5456616"/>
          </a:xfrm>
          <a:prstGeom prst="rect">
            <a:avLst/>
          </a:prstGeom>
        </p:spPr>
      </p:pic>
      <p:sp>
        <p:nvSpPr>
          <p:cNvPr id="11" name="TextBox 10">
            <a:extLst>
              <a:ext uri="{FF2B5EF4-FFF2-40B4-BE49-F238E27FC236}">
                <a16:creationId xmlns:a16="http://schemas.microsoft.com/office/drawing/2014/main" id="{B582F5A6-ED68-A595-7D3C-7722C5129DDF}"/>
              </a:ext>
            </a:extLst>
          </p:cNvPr>
          <p:cNvSpPr txBox="1"/>
          <p:nvPr/>
        </p:nvSpPr>
        <p:spPr>
          <a:xfrm>
            <a:off x="7649497" y="1810176"/>
            <a:ext cx="4395019" cy="3693319"/>
          </a:xfrm>
          <a:prstGeom prst="rect">
            <a:avLst/>
          </a:prstGeom>
          <a:noFill/>
        </p:spPr>
        <p:txBody>
          <a:bodyPr wrap="square">
            <a:spAutoFit/>
          </a:bodyPr>
          <a:lstStyle/>
          <a:p>
            <a:r>
              <a:rPr lang="en-IN" dirty="0"/>
              <a:t>1.Marpu Foundation tops the list with an impressive 4.9 rating</a:t>
            </a:r>
          </a:p>
          <a:p>
            <a:pPr marL="342900" indent="-342900">
              <a:buAutoNum type="arabicPeriod"/>
            </a:pPr>
            <a:endParaRPr lang="en-IN" dirty="0"/>
          </a:p>
          <a:p>
            <a:r>
              <a:rPr lang="en-IN" dirty="0"/>
              <a:t>2. Indian Army and Indian Air Force rank high, reflecting strong employee sentiment in </a:t>
            </a:r>
            <a:r>
              <a:rPr lang="en-IN" dirty="0" err="1"/>
              <a:t>defense</a:t>
            </a:r>
            <a:r>
              <a:rPr lang="en-IN" dirty="0"/>
              <a:t>.</a:t>
            </a:r>
          </a:p>
          <a:p>
            <a:endParaRPr lang="en-IN" dirty="0"/>
          </a:p>
          <a:p>
            <a:r>
              <a:rPr lang="en-IN" dirty="0"/>
              <a:t>3. Energizer and </a:t>
            </a:r>
            <a:r>
              <a:rPr lang="en-IN" dirty="0" err="1"/>
              <a:t>Kogta</a:t>
            </a:r>
            <a:r>
              <a:rPr lang="en-IN" dirty="0"/>
              <a:t> Financial show private firms can also earn excellent reviews.</a:t>
            </a:r>
          </a:p>
          <a:p>
            <a:endParaRPr lang="en-IN" dirty="0"/>
          </a:p>
          <a:p>
            <a:r>
              <a:rPr lang="en-IN" dirty="0"/>
              <a:t>4.A mix of sectors- from healthcare to banking suggests great workplaces span across industries</a:t>
            </a:r>
          </a:p>
        </p:txBody>
      </p:sp>
      <p:pic>
        <p:nvPicPr>
          <p:cNvPr id="13" name="Picture 12">
            <a:extLst>
              <a:ext uri="{FF2B5EF4-FFF2-40B4-BE49-F238E27FC236}">
                <a16:creationId xmlns:a16="http://schemas.microsoft.com/office/drawing/2014/main" id="{7FC526F5-915C-AE1E-308E-9D3216E59345}"/>
              </a:ext>
            </a:extLst>
          </p:cNvPr>
          <p:cNvPicPr>
            <a:picLocks noChangeAspect="1"/>
          </p:cNvPicPr>
          <p:nvPr/>
        </p:nvPicPr>
        <p:blipFill>
          <a:blip r:embed="rId3"/>
          <a:stretch>
            <a:fillRect/>
          </a:stretch>
        </p:blipFill>
        <p:spPr>
          <a:xfrm>
            <a:off x="9644008" y="6086168"/>
            <a:ext cx="2400508" cy="658761"/>
          </a:xfrm>
          <a:prstGeom prst="rect">
            <a:avLst/>
          </a:prstGeom>
        </p:spPr>
      </p:pic>
    </p:spTree>
    <p:extLst>
      <p:ext uri="{BB962C8B-B14F-4D97-AF65-F5344CB8AC3E}">
        <p14:creationId xmlns:p14="http://schemas.microsoft.com/office/powerpoint/2010/main" val="2409862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EFBB6E-EF83-BDBB-0ED1-0C971350BF50}"/>
              </a:ext>
            </a:extLst>
          </p:cNvPr>
          <p:cNvSpPr txBox="1"/>
          <p:nvPr/>
        </p:nvSpPr>
        <p:spPr>
          <a:xfrm>
            <a:off x="2467897" y="346276"/>
            <a:ext cx="6833419" cy="461665"/>
          </a:xfrm>
          <a:prstGeom prst="rect">
            <a:avLst/>
          </a:prstGeom>
          <a:noFill/>
        </p:spPr>
        <p:txBody>
          <a:bodyPr wrap="square">
            <a:spAutoFit/>
          </a:bodyPr>
          <a:lstStyle/>
          <a:p>
            <a:pPr algn="ctr"/>
            <a:r>
              <a:rPr lang="en-IN" sz="2400" b="1" dirty="0">
                <a:solidFill>
                  <a:srgbClr val="FF0000"/>
                </a:solidFill>
              </a:rPr>
              <a:t>Top Hiring Company in Each Of the Top 10 Industries </a:t>
            </a:r>
          </a:p>
        </p:txBody>
      </p:sp>
      <p:pic>
        <p:nvPicPr>
          <p:cNvPr id="5" name="Picture 4">
            <a:extLst>
              <a:ext uri="{FF2B5EF4-FFF2-40B4-BE49-F238E27FC236}">
                <a16:creationId xmlns:a16="http://schemas.microsoft.com/office/drawing/2014/main" id="{297AEA8D-01EA-67A9-6172-57DE88E11A1A}"/>
              </a:ext>
            </a:extLst>
          </p:cNvPr>
          <p:cNvPicPr>
            <a:picLocks noChangeAspect="1"/>
          </p:cNvPicPr>
          <p:nvPr/>
        </p:nvPicPr>
        <p:blipFill>
          <a:blip r:embed="rId2"/>
          <a:stretch>
            <a:fillRect/>
          </a:stretch>
        </p:blipFill>
        <p:spPr>
          <a:xfrm>
            <a:off x="143730" y="1446855"/>
            <a:ext cx="10036410" cy="4770533"/>
          </a:xfrm>
          <a:prstGeom prst="rect">
            <a:avLst/>
          </a:prstGeom>
        </p:spPr>
      </p:pic>
      <p:sp>
        <p:nvSpPr>
          <p:cNvPr id="7" name="TextBox 6">
            <a:extLst>
              <a:ext uri="{FF2B5EF4-FFF2-40B4-BE49-F238E27FC236}">
                <a16:creationId xmlns:a16="http://schemas.microsoft.com/office/drawing/2014/main" id="{ABF4A08B-F0A0-51A7-0E27-C444DD8BCD7F}"/>
              </a:ext>
            </a:extLst>
          </p:cNvPr>
          <p:cNvSpPr txBox="1"/>
          <p:nvPr/>
        </p:nvSpPr>
        <p:spPr>
          <a:xfrm>
            <a:off x="7970207" y="3576482"/>
            <a:ext cx="3720348" cy="3139321"/>
          </a:xfrm>
          <a:prstGeom prst="rect">
            <a:avLst/>
          </a:prstGeom>
          <a:noFill/>
        </p:spPr>
        <p:txBody>
          <a:bodyPr wrap="square">
            <a:spAutoFit/>
          </a:bodyPr>
          <a:lstStyle/>
          <a:p>
            <a:pPr marL="342900" indent="-342900">
              <a:buAutoNum type="arabicPeriod"/>
            </a:pPr>
            <a:r>
              <a:rPr lang="en-IN" dirty="0"/>
              <a:t>Accenture leads hiring in IT Services with 14.6k openings.</a:t>
            </a:r>
          </a:p>
          <a:p>
            <a:pPr marL="342900" indent="-342900">
              <a:buAutoNum type="arabicPeriod"/>
            </a:pPr>
            <a:r>
              <a:rPr lang="en-IN" dirty="0"/>
              <a:t>Amazon, Cognizant, and Kotak top hiring in Internet, Consulting, and Insurance sectors</a:t>
            </a:r>
          </a:p>
          <a:p>
            <a:pPr marL="342900" indent="-342900">
              <a:buAutoNum type="arabicPeriod"/>
            </a:pPr>
            <a:r>
              <a:rPr lang="en-IN" dirty="0"/>
              <a:t>Banking, Pharma, and NBFCs also show strong demand, beyond core tech</a:t>
            </a:r>
          </a:p>
          <a:p>
            <a:pPr marL="342900" indent="-342900">
              <a:buAutoNum type="arabicPeriod"/>
            </a:pPr>
            <a:r>
              <a:rPr lang="en-IN" dirty="0"/>
              <a:t>Hiring is concentrated among a few dominant firms in each industry.</a:t>
            </a:r>
          </a:p>
        </p:txBody>
      </p:sp>
      <p:pic>
        <p:nvPicPr>
          <p:cNvPr id="9" name="Picture 8">
            <a:extLst>
              <a:ext uri="{FF2B5EF4-FFF2-40B4-BE49-F238E27FC236}">
                <a16:creationId xmlns:a16="http://schemas.microsoft.com/office/drawing/2014/main" id="{82AC0EA4-AB71-DFF6-FA87-223BB38BAA27}"/>
              </a:ext>
            </a:extLst>
          </p:cNvPr>
          <p:cNvPicPr>
            <a:picLocks noChangeAspect="1"/>
          </p:cNvPicPr>
          <p:nvPr/>
        </p:nvPicPr>
        <p:blipFill>
          <a:blip r:embed="rId3"/>
          <a:stretch>
            <a:fillRect/>
          </a:stretch>
        </p:blipFill>
        <p:spPr>
          <a:xfrm>
            <a:off x="9791492" y="6376200"/>
            <a:ext cx="2400508" cy="480102"/>
          </a:xfrm>
          <a:prstGeom prst="rect">
            <a:avLst/>
          </a:prstGeom>
        </p:spPr>
      </p:pic>
    </p:spTree>
    <p:extLst>
      <p:ext uri="{BB962C8B-B14F-4D97-AF65-F5344CB8AC3E}">
        <p14:creationId xmlns:p14="http://schemas.microsoft.com/office/powerpoint/2010/main" val="895820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187588-7438-5CB6-C917-4EADB6A38E6B}"/>
              </a:ext>
            </a:extLst>
          </p:cNvPr>
          <p:cNvSpPr txBox="1"/>
          <p:nvPr/>
        </p:nvSpPr>
        <p:spPr>
          <a:xfrm>
            <a:off x="3048000" y="149630"/>
            <a:ext cx="6096000" cy="461665"/>
          </a:xfrm>
          <a:prstGeom prst="rect">
            <a:avLst/>
          </a:prstGeom>
          <a:noFill/>
        </p:spPr>
        <p:txBody>
          <a:bodyPr wrap="square">
            <a:spAutoFit/>
          </a:bodyPr>
          <a:lstStyle/>
          <a:p>
            <a:pPr algn="ctr"/>
            <a:r>
              <a:rPr lang="en-IN" sz="2400" b="1" dirty="0">
                <a:solidFill>
                  <a:srgbClr val="FF0000"/>
                </a:solidFill>
              </a:rPr>
              <a:t>Top 10 Industry by Total Reviews</a:t>
            </a:r>
            <a:endParaRPr lang="en-US" sz="2400" dirty="0">
              <a:solidFill>
                <a:srgbClr val="FF0000"/>
              </a:solidFill>
            </a:endParaRPr>
          </a:p>
        </p:txBody>
      </p:sp>
      <p:pic>
        <p:nvPicPr>
          <p:cNvPr id="5" name="Picture 4">
            <a:extLst>
              <a:ext uri="{FF2B5EF4-FFF2-40B4-BE49-F238E27FC236}">
                <a16:creationId xmlns:a16="http://schemas.microsoft.com/office/drawing/2014/main" id="{BAED3B93-B661-7CB8-3F87-E64605C7FDFC}"/>
              </a:ext>
            </a:extLst>
          </p:cNvPr>
          <p:cNvPicPr>
            <a:picLocks noChangeAspect="1"/>
          </p:cNvPicPr>
          <p:nvPr/>
        </p:nvPicPr>
        <p:blipFill>
          <a:blip r:embed="rId2"/>
          <a:stretch>
            <a:fillRect/>
          </a:stretch>
        </p:blipFill>
        <p:spPr>
          <a:xfrm>
            <a:off x="0" y="704480"/>
            <a:ext cx="8839200" cy="6003890"/>
          </a:xfrm>
          <a:prstGeom prst="rect">
            <a:avLst/>
          </a:prstGeom>
        </p:spPr>
      </p:pic>
      <p:pic>
        <p:nvPicPr>
          <p:cNvPr id="7" name="Picture 6">
            <a:extLst>
              <a:ext uri="{FF2B5EF4-FFF2-40B4-BE49-F238E27FC236}">
                <a16:creationId xmlns:a16="http://schemas.microsoft.com/office/drawing/2014/main" id="{12DCCA56-094E-4647-BFC7-8D4726E92C9B}"/>
              </a:ext>
            </a:extLst>
          </p:cNvPr>
          <p:cNvPicPr>
            <a:picLocks noChangeAspect="1"/>
          </p:cNvPicPr>
          <p:nvPr/>
        </p:nvPicPr>
        <p:blipFill>
          <a:blip r:embed="rId3"/>
          <a:stretch>
            <a:fillRect/>
          </a:stretch>
        </p:blipFill>
        <p:spPr>
          <a:xfrm>
            <a:off x="8839200" y="1718924"/>
            <a:ext cx="3019354" cy="3420152"/>
          </a:xfrm>
          <a:prstGeom prst="rect">
            <a:avLst/>
          </a:prstGeom>
        </p:spPr>
      </p:pic>
      <p:pic>
        <p:nvPicPr>
          <p:cNvPr id="11" name="Picture 10">
            <a:extLst>
              <a:ext uri="{FF2B5EF4-FFF2-40B4-BE49-F238E27FC236}">
                <a16:creationId xmlns:a16="http://schemas.microsoft.com/office/drawing/2014/main" id="{782201B8-A320-60DC-EE59-2B6949625684}"/>
              </a:ext>
            </a:extLst>
          </p:cNvPr>
          <p:cNvPicPr>
            <a:picLocks noChangeAspect="1"/>
          </p:cNvPicPr>
          <p:nvPr/>
        </p:nvPicPr>
        <p:blipFill>
          <a:blip r:embed="rId4"/>
          <a:stretch>
            <a:fillRect/>
          </a:stretch>
        </p:blipFill>
        <p:spPr>
          <a:xfrm>
            <a:off x="9644727" y="6153520"/>
            <a:ext cx="2400508" cy="573287"/>
          </a:xfrm>
          <a:prstGeom prst="rect">
            <a:avLst/>
          </a:prstGeom>
        </p:spPr>
      </p:pic>
    </p:spTree>
    <p:extLst>
      <p:ext uri="{BB962C8B-B14F-4D97-AF65-F5344CB8AC3E}">
        <p14:creationId xmlns:p14="http://schemas.microsoft.com/office/powerpoint/2010/main" val="997540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9ABC29-CA11-D76A-ACB0-827B1E51DAD3}"/>
              </a:ext>
            </a:extLst>
          </p:cNvPr>
          <p:cNvSpPr txBox="1"/>
          <p:nvPr/>
        </p:nvSpPr>
        <p:spPr>
          <a:xfrm>
            <a:off x="2438399" y="238121"/>
            <a:ext cx="7895303" cy="461665"/>
          </a:xfrm>
          <a:prstGeom prst="rect">
            <a:avLst/>
          </a:prstGeom>
          <a:noFill/>
        </p:spPr>
        <p:txBody>
          <a:bodyPr wrap="square">
            <a:spAutoFit/>
          </a:bodyPr>
          <a:lstStyle/>
          <a:p>
            <a:pPr algn="ctr"/>
            <a:r>
              <a:rPr lang="en-IN" sz="2400" b="1" dirty="0">
                <a:solidFill>
                  <a:srgbClr val="FF0000"/>
                </a:solidFill>
              </a:rPr>
              <a:t>Job Security Distribution Across Top 10 Industries</a:t>
            </a:r>
          </a:p>
        </p:txBody>
      </p:sp>
      <p:pic>
        <p:nvPicPr>
          <p:cNvPr id="5" name="Picture 4">
            <a:extLst>
              <a:ext uri="{FF2B5EF4-FFF2-40B4-BE49-F238E27FC236}">
                <a16:creationId xmlns:a16="http://schemas.microsoft.com/office/drawing/2014/main" id="{AEB03012-7465-3532-B249-176325F1C1FF}"/>
              </a:ext>
            </a:extLst>
          </p:cNvPr>
          <p:cNvPicPr>
            <a:picLocks noChangeAspect="1"/>
          </p:cNvPicPr>
          <p:nvPr/>
        </p:nvPicPr>
        <p:blipFill>
          <a:blip r:embed="rId2"/>
          <a:stretch>
            <a:fillRect/>
          </a:stretch>
        </p:blipFill>
        <p:spPr>
          <a:xfrm>
            <a:off x="0" y="1079659"/>
            <a:ext cx="8200103" cy="5540220"/>
          </a:xfrm>
          <a:prstGeom prst="rect">
            <a:avLst/>
          </a:prstGeom>
        </p:spPr>
      </p:pic>
      <p:pic>
        <p:nvPicPr>
          <p:cNvPr id="7" name="Picture 6">
            <a:extLst>
              <a:ext uri="{FF2B5EF4-FFF2-40B4-BE49-F238E27FC236}">
                <a16:creationId xmlns:a16="http://schemas.microsoft.com/office/drawing/2014/main" id="{09928185-35C2-9019-F1F3-B8DD4373CA29}"/>
              </a:ext>
            </a:extLst>
          </p:cNvPr>
          <p:cNvPicPr>
            <a:picLocks noChangeAspect="1"/>
          </p:cNvPicPr>
          <p:nvPr/>
        </p:nvPicPr>
        <p:blipFill>
          <a:blip r:embed="rId3"/>
          <a:stretch>
            <a:fillRect/>
          </a:stretch>
        </p:blipFill>
        <p:spPr>
          <a:xfrm>
            <a:off x="8479486" y="2130396"/>
            <a:ext cx="3712514" cy="3010161"/>
          </a:xfrm>
          <a:prstGeom prst="rect">
            <a:avLst/>
          </a:prstGeom>
        </p:spPr>
      </p:pic>
      <p:pic>
        <p:nvPicPr>
          <p:cNvPr id="9" name="Picture 8">
            <a:extLst>
              <a:ext uri="{FF2B5EF4-FFF2-40B4-BE49-F238E27FC236}">
                <a16:creationId xmlns:a16="http://schemas.microsoft.com/office/drawing/2014/main" id="{869B9FE0-46D7-37ED-D58F-68C9B13C5FA4}"/>
              </a:ext>
            </a:extLst>
          </p:cNvPr>
          <p:cNvPicPr>
            <a:picLocks noChangeAspect="1"/>
          </p:cNvPicPr>
          <p:nvPr/>
        </p:nvPicPr>
        <p:blipFill>
          <a:blip r:embed="rId4"/>
          <a:stretch>
            <a:fillRect/>
          </a:stretch>
        </p:blipFill>
        <p:spPr>
          <a:xfrm>
            <a:off x="9468465" y="6125497"/>
            <a:ext cx="2625931" cy="581722"/>
          </a:xfrm>
          <a:prstGeom prst="rect">
            <a:avLst/>
          </a:prstGeom>
        </p:spPr>
      </p:pic>
    </p:spTree>
    <p:extLst>
      <p:ext uri="{BB962C8B-B14F-4D97-AF65-F5344CB8AC3E}">
        <p14:creationId xmlns:p14="http://schemas.microsoft.com/office/powerpoint/2010/main" val="2113164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5C3472-B83D-F9D5-54F8-74D7FCB1742E}"/>
              </a:ext>
            </a:extLst>
          </p:cNvPr>
          <p:cNvPicPr>
            <a:picLocks noChangeAspect="1"/>
          </p:cNvPicPr>
          <p:nvPr/>
        </p:nvPicPr>
        <p:blipFill>
          <a:blip r:embed="rId2"/>
          <a:stretch>
            <a:fillRect/>
          </a:stretch>
        </p:blipFill>
        <p:spPr>
          <a:xfrm>
            <a:off x="1077795" y="1420956"/>
            <a:ext cx="10036410" cy="4016088"/>
          </a:xfrm>
          <a:prstGeom prst="rect">
            <a:avLst/>
          </a:prstGeom>
        </p:spPr>
      </p:pic>
      <p:sp>
        <p:nvSpPr>
          <p:cNvPr id="5" name="TextBox 4">
            <a:extLst>
              <a:ext uri="{FF2B5EF4-FFF2-40B4-BE49-F238E27FC236}">
                <a16:creationId xmlns:a16="http://schemas.microsoft.com/office/drawing/2014/main" id="{DFAB849D-A0B5-D7FE-A9AC-45288BE76E01}"/>
              </a:ext>
            </a:extLst>
          </p:cNvPr>
          <p:cNvSpPr txBox="1"/>
          <p:nvPr/>
        </p:nvSpPr>
        <p:spPr>
          <a:xfrm>
            <a:off x="3136491" y="139799"/>
            <a:ext cx="6096000" cy="461665"/>
          </a:xfrm>
          <a:prstGeom prst="rect">
            <a:avLst/>
          </a:prstGeom>
          <a:noFill/>
        </p:spPr>
        <p:txBody>
          <a:bodyPr wrap="square">
            <a:spAutoFit/>
          </a:bodyPr>
          <a:lstStyle/>
          <a:p>
            <a:pPr algn="ctr"/>
            <a:r>
              <a:rPr lang="en-IN" sz="2400" b="1" dirty="0">
                <a:solidFill>
                  <a:srgbClr val="FF0000"/>
                </a:solidFill>
              </a:rPr>
              <a:t>Top 10 Primary Office Locations </a:t>
            </a:r>
            <a:endParaRPr lang="en-US" sz="2400" dirty="0">
              <a:solidFill>
                <a:srgbClr val="FF0000"/>
              </a:solidFill>
            </a:endParaRPr>
          </a:p>
        </p:txBody>
      </p:sp>
      <p:pic>
        <p:nvPicPr>
          <p:cNvPr id="7" name="Picture 6">
            <a:extLst>
              <a:ext uri="{FF2B5EF4-FFF2-40B4-BE49-F238E27FC236}">
                <a16:creationId xmlns:a16="http://schemas.microsoft.com/office/drawing/2014/main" id="{6D98EAFB-3F3D-288E-DF19-1CA78F8B4FBB}"/>
              </a:ext>
            </a:extLst>
          </p:cNvPr>
          <p:cNvPicPr>
            <a:picLocks noChangeAspect="1"/>
          </p:cNvPicPr>
          <p:nvPr/>
        </p:nvPicPr>
        <p:blipFill>
          <a:blip r:embed="rId3"/>
          <a:stretch>
            <a:fillRect/>
          </a:stretch>
        </p:blipFill>
        <p:spPr>
          <a:xfrm>
            <a:off x="9693888" y="6056671"/>
            <a:ext cx="2400508" cy="679967"/>
          </a:xfrm>
          <a:prstGeom prst="rect">
            <a:avLst/>
          </a:prstGeom>
        </p:spPr>
      </p:pic>
    </p:spTree>
    <p:extLst>
      <p:ext uri="{BB962C8B-B14F-4D97-AF65-F5344CB8AC3E}">
        <p14:creationId xmlns:p14="http://schemas.microsoft.com/office/powerpoint/2010/main" val="1024878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47E68-23CF-726E-B109-51E1A7A7732C}"/>
              </a:ext>
            </a:extLst>
          </p:cNvPr>
          <p:cNvSpPr>
            <a:spLocks noGrp="1"/>
          </p:cNvSpPr>
          <p:nvPr>
            <p:ph type="title"/>
          </p:nvPr>
        </p:nvSpPr>
        <p:spPr>
          <a:xfrm>
            <a:off x="877529" y="276205"/>
            <a:ext cx="6427839" cy="1218298"/>
          </a:xfrm>
        </p:spPr>
        <p:txBody>
          <a:bodyPr>
            <a:normAutofit/>
          </a:bodyPr>
          <a:lstStyle/>
          <a:p>
            <a:r>
              <a:rPr lang="en-US" sz="3200" b="1" dirty="0">
                <a:solidFill>
                  <a:srgbClr val="FF0000"/>
                </a:solidFill>
                <a:latin typeface="+mn-lt"/>
              </a:rPr>
              <a:t>Experience / Challenges</a:t>
            </a:r>
          </a:p>
        </p:txBody>
      </p:sp>
      <p:sp>
        <p:nvSpPr>
          <p:cNvPr id="4" name="Rectangle 1">
            <a:extLst>
              <a:ext uri="{FF2B5EF4-FFF2-40B4-BE49-F238E27FC236}">
                <a16:creationId xmlns:a16="http://schemas.microsoft.com/office/drawing/2014/main" id="{C638DF66-FA3C-E2E1-6FCA-010B355B6626}"/>
              </a:ext>
            </a:extLst>
          </p:cNvPr>
          <p:cNvSpPr>
            <a:spLocks noGrp="1" noChangeArrowheads="1"/>
          </p:cNvSpPr>
          <p:nvPr>
            <p:ph idx="1"/>
          </p:nvPr>
        </p:nvSpPr>
        <p:spPr bwMode="auto">
          <a:xfrm>
            <a:off x="521110" y="1486930"/>
            <a:ext cx="9950302" cy="3884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rPr>
              <a:t>Faced issues with changing website structure while scraping.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rPr>
              <a:t>Cleaned and handled missing or duplicate data.</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rPr>
              <a:t>Used Beautiful Soup, Requests, and Pandas for data extraction and analysis.</a:t>
            </a:r>
          </a:p>
          <a:p>
            <a:pPr>
              <a:buFont typeface="Wingdings" panose="05000000000000000000" pitchFamily="2" charset="2"/>
              <a:buChar char="§"/>
            </a:pPr>
            <a:r>
              <a:rPr lang="en-US" sz="2400" dirty="0"/>
              <a:t>Faced challenges in extracting and cleaning real-time web data.</a:t>
            </a:r>
          </a:p>
          <a:p>
            <a:pPr>
              <a:buFont typeface="Wingdings" panose="05000000000000000000" pitchFamily="2" charset="2"/>
              <a:buChar char="§"/>
            </a:pPr>
            <a:r>
              <a:rPr lang="en-US" sz="2400" dirty="0"/>
              <a:t>Learned practical skills in data scraping, preprocessing, and visualization.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rPr>
              <a:t>Learned to visualize insights using Seaborn and Matplotlib.</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rPr>
              <a:t>Gained real-time experience in data collection and EDA.</a:t>
            </a:r>
          </a:p>
          <a:p>
            <a:pPr marL="0" indent="0">
              <a:buNone/>
            </a:pPr>
            <a:endParaRPr lang="en-US" sz="18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E9F30B3F-E6B4-089A-86D5-52071D15EBBF}"/>
              </a:ext>
            </a:extLst>
          </p:cNvPr>
          <p:cNvPicPr>
            <a:picLocks noChangeAspect="1"/>
          </p:cNvPicPr>
          <p:nvPr/>
        </p:nvPicPr>
        <p:blipFill>
          <a:blip r:embed="rId2"/>
          <a:stretch>
            <a:fillRect/>
          </a:stretch>
        </p:blipFill>
        <p:spPr>
          <a:xfrm>
            <a:off x="9595565" y="5919019"/>
            <a:ext cx="2400508" cy="757084"/>
          </a:xfrm>
          <a:prstGeom prst="rect">
            <a:avLst/>
          </a:prstGeom>
        </p:spPr>
      </p:pic>
    </p:spTree>
    <p:extLst>
      <p:ext uri="{BB962C8B-B14F-4D97-AF65-F5344CB8AC3E}">
        <p14:creationId xmlns:p14="http://schemas.microsoft.com/office/powerpoint/2010/main" val="3636780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47691D-663B-008A-39CE-6F25E53C5082}"/>
              </a:ext>
            </a:extLst>
          </p:cNvPr>
          <p:cNvSpPr txBox="1"/>
          <p:nvPr/>
        </p:nvSpPr>
        <p:spPr>
          <a:xfrm>
            <a:off x="4424517" y="100470"/>
            <a:ext cx="6096000" cy="584775"/>
          </a:xfrm>
          <a:prstGeom prst="rect">
            <a:avLst/>
          </a:prstGeom>
          <a:noFill/>
        </p:spPr>
        <p:txBody>
          <a:bodyPr wrap="square">
            <a:spAutoFit/>
          </a:bodyPr>
          <a:lstStyle/>
          <a:p>
            <a:r>
              <a:rPr lang="en-IN" sz="3200" b="1" dirty="0">
                <a:solidFill>
                  <a:srgbClr val="FF0000"/>
                </a:solidFill>
              </a:rPr>
              <a:t>Conclusions</a:t>
            </a:r>
            <a:endParaRPr lang="en-US" sz="3200" dirty="0">
              <a:solidFill>
                <a:srgbClr val="FF0000"/>
              </a:solidFill>
            </a:endParaRPr>
          </a:p>
        </p:txBody>
      </p:sp>
      <p:sp>
        <p:nvSpPr>
          <p:cNvPr id="5" name="TextBox 4">
            <a:extLst>
              <a:ext uri="{FF2B5EF4-FFF2-40B4-BE49-F238E27FC236}">
                <a16:creationId xmlns:a16="http://schemas.microsoft.com/office/drawing/2014/main" id="{86DDF511-1FB8-5D8A-3070-9A790D421218}"/>
              </a:ext>
            </a:extLst>
          </p:cNvPr>
          <p:cNvSpPr txBox="1"/>
          <p:nvPr/>
        </p:nvSpPr>
        <p:spPr>
          <a:xfrm>
            <a:off x="589935" y="1029374"/>
            <a:ext cx="10500852" cy="5355312"/>
          </a:xfrm>
          <a:prstGeom prst="rect">
            <a:avLst/>
          </a:prstGeom>
          <a:noFill/>
        </p:spPr>
        <p:txBody>
          <a:bodyPr wrap="square">
            <a:spAutoFit/>
          </a:bodyPr>
          <a:lstStyle/>
          <a:p>
            <a:r>
              <a:rPr lang="en-IN" b="1" dirty="0"/>
              <a:t>1.IT Sector is the largest : </a:t>
            </a:r>
            <a:r>
              <a:rPr lang="en-IN" dirty="0"/>
              <a:t>Over 35% of top companies are from IT Services &amp; Consulting, showing it's the biggest hiring sector.</a:t>
            </a:r>
          </a:p>
          <a:p>
            <a:endParaRPr lang="en-IN" dirty="0"/>
          </a:p>
          <a:p>
            <a:r>
              <a:rPr lang="en-IN" b="1" dirty="0"/>
              <a:t>2. Diverse Industries Included : </a:t>
            </a:r>
            <a:r>
              <a:rPr lang="en-IN" dirty="0"/>
              <a:t>Other major industries include Banking, BPO, Pharma, and Retail, reflecting a wide range of company types.</a:t>
            </a:r>
          </a:p>
          <a:p>
            <a:endParaRPr lang="en-IN" dirty="0"/>
          </a:p>
          <a:p>
            <a:r>
              <a:rPr lang="en-IN" b="1" dirty="0"/>
              <a:t>3. Top Job Locations : </a:t>
            </a:r>
            <a:r>
              <a:rPr lang="en-IN" dirty="0"/>
              <a:t>Most company headquarters are in Bangalore, Mumbai, Hyderabad, and Pune. These cities are major job and tech hubs.</a:t>
            </a:r>
          </a:p>
          <a:p>
            <a:endParaRPr lang="en-IN" dirty="0"/>
          </a:p>
          <a:p>
            <a:r>
              <a:rPr lang="en-IN" b="1" dirty="0"/>
              <a:t>4. Employee Experience : </a:t>
            </a:r>
            <a:r>
              <a:rPr lang="en-IN" dirty="0"/>
              <a:t>Job security and work-life balance are mostly rated as Medium or High Work satisfaction and promotions are often rated Low, suggesting ignited career growth.</a:t>
            </a:r>
          </a:p>
          <a:p>
            <a:endParaRPr lang="en-IN" dirty="0"/>
          </a:p>
          <a:p>
            <a:r>
              <a:rPr lang="en-IN" b="1" dirty="0"/>
              <a:t>5. Best Industries to Work In :</a:t>
            </a:r>
          </a:p>
          <a:p>
            <a:pPr marL="285750" indent="-285750">
              <a:buFont typeface="Arial" panose="020B0604020202020204" pitchFamily="34" charset="0"/>
              <a:buChar char="•"/>
            </a:pPr>
            <a:r>
              <a:rPr lang="en-IN" dirty="0"/>
              <a:t>Defence &amp; Railways - Average Rating: 4.3 Known for stability, respect, and long-term career growth.</a:t>
            </a:r>
          </a:p>
          <a:p>
            <a:pPr marL="285750" indent="-285750">
              <a:buFont typeface="Arial" panose="020B0604020202020204" pitchFamily="34" charset="0"/>
              <a:buChar char="•"/>
            </a:pPr>
            <a:r>
              <a:rPr lang="en-IN" dirty="0"/>
              <a:t>Pharma &amp; Healthcare - Average Rating: 4.0 Focused on employee well-being and a balanced work life. </a:t>
            </a:r>
          </a:p>
          <a:p>
            <a:pPr marL="285750" indent="-285750">
              <a:buFont typeface="Arial" panose="020B0604020202020204" pitchFamily="34" charset="0"/>
              <a:buChar char="•"/>
            </a:pPr>
            <a:r>
              <a:rPr lang="en-IN" dirty="0"/>
              <a:t>Automobile &amp; Industrial - Average Rating: 4.0 Offers process-oriented environments and growth opportunities.</a:t>
            </a:r>
          </a:p>
          <a:p>
            <a:pPr marL="285750" indent="-285750">
              <a:buFont typeface="Arial" panose="020B0604020202020204" pitchFamily="34" charset="0"/>
              <a:buChar char="•"/>
            </a:pPr>
            <a:r>
              <a:rPr lang="en-IN" dirty="0"/>
              <a:t>FMCG &amp; Retail - Average Rating: 3.9 Known for strong organizational systems and workforce diversity.</a:t>
            </a:r>
          </a:p>
          <a:p>
            <a:pPr marL="285750" indent="-285750">
              <a:buFont typeface="Arial" panose="020B0604020202020204" pitchFamily="34" charset="0"/>
              <a:buChar char="•"/>
            </a:pPr>
            <a:r>
              <a:rPr lang="en-IN" dirty="0"/>
              <a:t>Software Product Companies - Average Rating: 3.9 Recognized for innovation and global career exposure.</a:t>
            </a:r>
          </a:p>
        </p:txBody>
      </p:sp>
      <p:pic>
        <p:nvPicPr>
          <p:cNvPr id="7" name="Picture 6">
            <a:extLst>
              <a:ext uri="{FF2B5EF4-FFF2-40B4-BE49-F238E27FC236}">
                <a16:creationId xmlns:a16="http://schemas.microsoft.com/office/drawing/2014/main" id="{C18B60C4-3378-01A9-5967-204C2C8C265A}"/>
              </a:ext>
            </a:extLst>
          </p:cNvPr>
          <p:cNvPicPr>
            <a:picLocks noChangeAspect="1"/>
          </p:cNvPicPr>
          <p:nvPr/>
        </p:nvPicPr>
        <p:blipFill>
          <a:blip r:embed="rId2"/>
          <a:stretch>
            <a:fillRect/>
          </a:stretch>
        </p:blipFill>
        <p:spPr>
          <a:xfrm>
            <a:off x="9791492" y="6277428"/>
            <a:ext cx="2400508" cy="480102"/>
          </a:xfrm>
          <a:prstGeom prst="rect">
            <a:avLst/>
          </a:prstGeom>
        </p:spPr>
      </p:pic>
    </p:spTree>
    <p:extLst>
      <p:ext uri="{BB962C8B-B14F-4D97-AF65-F5344CB8AC3E}">
        <p14:creationId xmlns:p14="http://schemas.microsoft.com/office/powerpoint/2010/main" val="3614052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3F645D-3AFD-BC5F-4C4B-5A4E60A37BD2}"/>
              </a:ext>
            </a:extLst>
          </p:cNvPr>
          <p:cNvPicPr>
            <a:picLocks noChangeAspect="1"/>
          </p:cNvPicPr>
          <p:nvPr/>
        </p:nvPicPr>
        <p:blipFill>
          <a:blip r:embed="rId2"/>
          <a:stretch>
            <a:fillRect/>
          </a:stretch>
        </p:blipFill>
        <p:spPr>
          <a:xfrm>
            <a:off x="727587" y="334297"/>
            <a:ext cx="11464413" cy="6164826"/>
          </a:xfrm>
          <a:prstGeom prst="rect">
            <a:avLst/>
          </a:prstGeom>
        </p:spPr>
      </p:pic>
    </p:spTree>
    <p:extLst>
      <p:ext uri="{BB962C8B-B14F-4D97-AF65-F5344CB8AC3E}">
        <p14:creationId xmlns:p14="http://schemas.microsoft.com/office/powerpoint/2010/main" val="2856061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TotalTime>
  <Words>1253</Words>
  <Application>Microsoft Office PowerPoint</Application>
  <PresentationFormat>Widescreen</PresentationFormat>
  <Paragraphs>125</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Wingdings</vt:lpstr>
      <vt:lpstr>Office Theme</vt:lpstr>
      <vt:lpstr>PowerPoint Presentation</vt:lpstr>
      <vt:lpstr>About me </vt:lpstr>
      <vt:lpstr>AGENDA</vt:lpstr>
      <vt:lpstr>Problem Statement</vt:lpstr>
      <vt:lpstr>Objective</vt:lpstr>
      <vt:lpstr>Web Scraping Process</vt:lpstr>
      <vt:lpstr>PowerPoint Presentation</vt:lpstr>
      <vt:lpstr>Summary of the Data</vt:lpstr>
      <vt:lpstr>Exploratory Data Analysis (EDA)  </vt:lpstr>
      <vt:lpstr>PowerPoint Presentation</vt:lpstr>
      <vt:lpstr>PowerPoint Presentation</vt:lpstr>
      <vt:lpstr>PowerPoint Presentation</vt:lpstr>
      <vt:lpstr>PowerPoint Presentation</vt:lpstr>
      <vt:lpstr>Categorical Insights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Experience / Challenges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Sripada Jain</dc:creator>
  <cp:lastModifiedBy>Sripada Jain</cp:lastModifiedBy>
  <cp:revision>2</cp:revision>
  <dcterms:created xsi:type="dcterms:W3CDTF">2025-10-28T05:34:53Z</dcterms:created>
  <dcterms:modified xsi:type="dcterms:W3CDTF">2025-11-08T12:51:03Z</dcterms:modified>
</cp:coreProperties>
</file>